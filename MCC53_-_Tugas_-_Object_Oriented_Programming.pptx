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8" r:id="rId5"/>
    <p:sldId id="269" r:id="rId6"/>
    <p:sldId id="260" r:id="rId7"/>
    <p:sldId id="261" r:id="rId8"/>
    <p:sldId id="264" r:id="rId9"/>
    <p:sldId id="262" r:id="rId10"/>
    <p:sldId id="276" r:id="rId11"/>
    <p:sldId id="277" r:id="rId12"/>
    <p:sldId id="272" r:id="rId13"/>
    <p:sldId id="270" r:id="rId14"/>
    <p:sldId id="271" r:id="rId15"/>
    <p:sldId id="275" r:id="rId16"/>
    <p:sldId id="273" r:id="rId17"/>
    <p:sldId id="274" r:id="rId18"/>
    <p:sldId id="278" r:id="rId19"/>
    <p:sldId id="279" r:id="rId20"/>
    <p:sldId id="267" r:id="rId21"/>
  </p:sldIdLst>
  <p:sldSz cx="18288000" cy="10287000"/>
  <p:notesSz cx="6858000" cy="9144000"/>
  <p:embeddedFontLst>
    <p:embeddedFont>
      <p:font typeface="Bebas" panose="020B0606020202050201" pitchFamily="3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DM Sans" panose="020B0604020202020204" charset="0"/>
      <p:regular r:id="rId32"/>
    </p:embeddedFont>
    <p:embeddedFont>
      <p:font typeface="DM Sa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hika rama putra" userId="4ddcd0934760b060" providerId="LiveId" clId="{4B3952B2-B73E-4F92-922A-008273FCEFC5}"/>
    <pc:docChg chg="undo redo custSel addSld delSld modSld sldOrd">
      <pc:chgData name="andhika rama putra" userId="4ddcd0934760b060" providerId="LiveId" clId="{4B3952B2-B73E-4F92-922A-008273FCEFC5}" dt="2021-07-10T18:39:33.392" v="5201" actId="47"/>
      <pc:docMkLst>
        <pc:docMk/>
      </pc:docMkLst>
      <pc:sldChg chg="addSp delSp modSp mod">
        <pc:chgData name="andhika rama putra" userId="4ddcd0934760b060" providerId="LiveId" clId="{4B3952B2-B73E-4F92-922A-008273FCEFC5}" dt="2021-07-10T10:18:34.522" v="207" actId="1076"/>
        <pc:sldMkLst>
          <pc:docMk/>
          <pc:sldMk cId="0" sldId="256"/>
        </pc:sldMkLst>
        <pc:spChg chg="mod">
          <ac:chgData name="andhika rama putra" userId="4ddcd0934760b060" providerId="LiveId" clId="{4B3952B2-B73E-4F92-922A-008273FCEFC5}" dt="2021-07-10T10:15:09.249" v="12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15:00.519" v="121" actId="1076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andhika rama putra" userId="4ddcd0934760b060" providerId="LiveId" clId="{4B3952B2-B73E-4F92-922A-008273FCEFC5}" dt="2021-07-10T10:15:59.310" v="126" actId="767"/>
          <ac:spMkLst>
            <pc:docMk/>
            <pc:sldMk cId="0" sldId="256"/>
            <ac:spMk id="5" creationId="{D9326AAE-B764-492E-B51D-FA5F785E8F41}"/>
          </ac:spMkLst>
        </pc:spChg>
        <pc:spChg chg="add mod">
          <ac:chgData name="andhika rama putra" userId="4ddcd0934760b060" providerId="LiveId" clId="{4B3952B2-B73E-4F92-922A-008273FCEFC5}" dt="2021-07-10T10:18:34.522" v="207" actId="1076"/>
          <ac:spMkLst>
            <pc:docMk/>
            <pc:sldMk cId="0" sldId="256"/>
            <ac:spMk id="6" creationId="{EAF30FD5-C6D0-4D47-A939-60E1596C1A1B}"/>
          </ac:spMkLst>
        </pc:spChg>
        <pc:picChg chg="mod">
          <ac:chgData name="andhika rama putra" userId="4ddcd0934760b060" providerId="LiveId" clId="{4B3952B2-B73E-4F92-922A-008273FCEFC5}" dt="2021-07-10T10:14:36.024" v="116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ndhika rama putra" userId="4ddcd0934760b060" providerId="LiveId" clId="{4B3952B2-B73E-4F92-922A-008273FCEFC5}" dt="2021-07-10T10:25:49.135" v="672" actId="122"/>
        <pc:sldMkLst>
          <pc:docMk/>
          <pc:sldMk cId="0" sldId="257"/>
        </pc:sldMkLst>
        <pc:spChg chg="mod">
          <ac:chgData name="andhika rama putra" userId="4ddcd0934760b060" providerId="LiveId" clId="{4B3952B2-B73E-4F92-922A-008273FCEFC5}" dt="2021-07-10T10:21:27.536" v="452" actId="1038"/>
          <ac:spMkLst>
            <pc:docMk/>
            <pc:sldMk cId="0" sldId="257"/>
            <ac:spMk id="4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3:45.217" v="649" actId="103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4:03.333" v="651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3:10.497" v="590" actId="103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5:07.429" v="665" actId="12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2:41.900" v="555" actId="103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2:46.713" v="560" actId="103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4:53.809" v="663" actId="12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2:50.555" v="561" actId="103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3:19.135" v="608" actId="103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5:26.851" v="667" actId="122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19:59.738" v="281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3:28.608" v="626" actId="1038"/>
          <ac:spMkLst>
            <pc:docMk/>
            <pc:sldMk cId="0" sldId="257"/>
            <ac:spMk id="35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5:37.614" v="669" actId="122"/>
          <ac:spMkLst>
            <pc:docMk/>
            <pc:sldMk cId="0" sldId="257"/>
            <ac:spMk id="38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3:37.128" v="647" actId="1038"/>
          <ac:spMkLst>
            <pc:docMk/>
            <pc:sldMk cId="0" sldId="257"/>
            <ac:spMk id="42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0:25:49.135" v="672" actId="122"/>
          <ac:spMkLst>
            <pc:docMk/>
            <pc:sldMk cId="0" sldId="257"/>
            <ac:spMk id="45" creationId="{00000000-0000-0000-0000-000000000000}"/>
          </ac:spMkLst>
        </pc:spChg>
        <pc:grpChg chg="mod">
          <ac:chgData name="andhika rama putra" userId="4ddcd0934760b060" providerId="LiveId" clId="{4B3952B2-B73E-4F92-922A-008273FCEFC5}" dt="2021-07-10T10:20:55.516" v="386" actId="1038"/>
          <ac:grpSpMkLst>
            <pc:docMk/>
            <pc:sldMk cId="0" sldId="257"/>
            <ac:grpSpMk id="2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22:56.239" v="562" actId="1037"/>
          <ac:grpSpMkLst>
            <pc:docMk/>
            <pc:sldMk cId="0" sldId="257"/>
            <ac:grpSpMk id="9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22:15.716" v="500" actId="1037"/>
          <ac:grpSpMkLst>
            <pc:docMk/>
            <pc:sldMk cId="0" sldId="257"/>
            <ac:grpSpMk id="16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22:56.239" v="562" actId="1037"/>
          <ac:grpSpMkLst>
            <pc:docMk/>
            <pc:sldMk cId="0" sldId="257"/>
            <ac:grpSpMk id="23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19:59.738" v="281" actId="1076"/>
          <ac:grpSpMkLst>
            <pc:docMk/>
            <pc:sldMk cId="0" sldId="257"/>
            <ac:grpSpMk id="30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22:56.239" v="562" actId="1037"/>
          <ac:grpSpMkLst>
            <pc:docMk/>
            <pc:sldMk cId="0" sldId="257"/>
            <ac:grpSpMk id="33" creationId="{00000000-0000-0000-0000-000000000000}"/>
          </ac:grpSpMkLst>
        </pc:grpChg>
        <pc:grpChg chg="mod">
          <ac:chgData name="andhika rama putra" userId="4ddcd0934760b060" providerId="LiveId" clId="{4B3952B2-B73E-4F92-922A-008273FCEFC5}" dt="2021-07-10T10:22:56.239" v="562" actId="1037"/>
          <ac:grpSpMkLst>
            <pc:docMk/>
            <pc:sldMk cId="0" sldId="257"/>
            <ac:grpSpMk id="40" creationId="{00000000-0000-0000-0000-000000000000}"/>
          </ac:grpSpMkLst>
        </pc:grpChg>
      </pc:sldChg>
      <pc:sldChg chg="addSp delSp modSp mod">
        <pc:chgData name="andhika rama putra" userId="4ddcd0934760b060" providerId="LiveId" clId="{4B3952B2-B73E-4F92-922A-008273FCEFC5}" dt="2021-07-10T12:33:21.708" v="1141" actId="20577"/>
        <pc:sldMkLst>
          <pc:docMk/>
          <pc:sldMk cId="0" sldId="259"/>
        </pc:sldMkLst>
        <pc:spChg chg="mod">
          <ac:chgData name="andhika rama putra" userId="4ddcd0934760b060" providerId="LiveId" clId="{4B3952B2-B73E-4F92-922A-008273FCEFC5}" dt="2021-07-10T12:25:16.965" v="109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2:33:21.708" v="1141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2:31:46.645" v="1126" actId="1076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andhika rama putra" userId="4ddcd0934760b060" providerId="LiveId" clId="{4B3952B2-B73E-4F92-922A-008273FCEFC5}" dt="2021-07-10T11:38:22.358" v="677"/>
          <ac:spMkLst>
            <pc:docMk/>
            <pc:sldMk cId="0" sldId="259"/>
            <ac:spMk id="8" creationId="{2A426ED3-414C-4AC4-8976-CB66C7A11922}"/>
          </ac:spMkLst>
        </pc:spChg>
        <pc:spChg chg="add del mod">
          <ac:chgData name="andhika rama putra" userId="4ddcd0934760b060" providerId="LiveId" clId="{4B3952B2-B73E-4F92-922A-008273FCEFC5}" dt="2021-07-10T11:49:07.050" v="723" actId="478"/>
          <ac:spMkLst>
            <pc:docMk/>
            <pc:sldMk cId="0" sldId="259"/>
            <ac:spMk id="9" creationId="{1AD56C08-1B5A-43A7-B5BC-615AC011E304}"/>
          </ac:spMkLst>
        </pc:spChg>
        <pc:spChg chg="add del mod">
          <ac:chgData name="andhika rama putra" userId="4ddcd0934760b060" providerId="LiveId" clId="{4B3952B2-B73E-4F92-922A-008273FCEFC5}" dt="2021-07-10T11:45:06.220" v="722" actId="478"/>
          <ac:spMkLst>
            <pc:docMk/>
            <pc:sldMk cId="0" sldId="259"/>
            <ac:spMk id="10" creationId="{B709DED7-8654-48F7-A1F4-6AE464188EF0}"/>
          </ac:spMkLst>
        </pc:spChg>
        <pc:spChg chg="add mod">
          <ac:chgData name="andhika rama putra" userId="4ddcd0934760b060" providerId="LiveId" clId="{4B3952B2-B73E-4F92-922A-008273FCEFC5}" dt="2021-07-10T11:44:10.190" v="698" actId="14100"/>
          <ac:spMkLst>
            <pc:docMk/>
            <pc:sldMk cId="0" sldId="259"/>
            <ac:spMk id="11" creationId="{9E1BC8E6-714B-41B6-946D-9E1AC0B93B90}"/>
          </ac:spMkLst>
        </pc:spChg>
        <pc:spChg chg="add mod">
          <ac:chgData name="andhika rama putra" userId="4ddcd0934760b060" providerId="LiveId" clId="{4B3952B2-B73E-4F92-922A-008273FCEFC5}" dt="2021-07-10T11:44:33.244" v="717" actId="14100"/>
          <ac:spMkLst>
            <pc:docMk/>
            <pc:sldMk cId="0" sldId="259"/>
            <ac:spMk id="12" creationId="{0BBAA0BF-4ED0-44A0-A264-77769084E206}"/>
          </ac:spMkLst>
        </pc:spChg>
        <pc:spChg chg="add del mod">
          <ac:chgData name="andhika rama putra" userId="4ddcd0934760b060" providerId="LiveId" clId="{4B3952B2-B73E-4F92-922A-008273FCEFC5}" dt="2021-07-10T11:58:04.548" v="795" actId="21"/>
          <ac:spMkLst>
            <pc:docMk/>
            <pc:sldMk cId="0" sldId="259"/>
            <ac:spMk id="13" creationId="{84BEB466-CE6F-4E47-9C5A-5F8C81C89FF7}"/>
          </ac:spMkLst>
        </pc:spChg>
        <pc:spChg chg="add mod">
          <ac:chgData name="andhika rama putra" userId="4ddcd0934760b060" providerId="LiveId" clId="{4B3952B2-B73E-4F92-922A-008273FCEFC5}" dt="2021-07-10T12:25:41.919" v="1105" actId="1076"/>
          <ac:spMkLst>
            <pc:docMk/>
            <pc:sldMk cId="0" sldId="259"/>
            <ac:spMk id="14" creationId="{7D20FDC9-9EF5-4895-900F-C3E6EAC961AD}"/>
          </ac:spMkLst>
        </pc:spChg>
        <pc:grpChg chg="del mod">
          <ac:chgData name="andhika rama putra" userId="4ddcd0934760b060" providerId="LiveId" clId="{4B3952B2-B73E-4F92-922A-008273FCEFC5}" dt="2021-07-10T12:26:47.465" v="1106" actId="478"/>
          <ac:grpSpMkLst>
            <pc:docMk/>
            <pc:sldMk cId="0" sldId="259"/>
            <ac:grpSpMk id="2" creationId="{00000000-0000-0000-0000-000000000000}"/>
          </ac:grpSpMkLst>
        </pc:grpChg>
        <pc:picChg chg="del">
          <ac:chgData name="andhika rama putra" userId="4ddcd0934760b060" providerId="LiveId" clId="{4B3952B2-B73E-4F92-922A-008273FCEFC5}" dt="2021-07-10T12:20:56.246" v="1059" actId="478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andhika rama putra" userId="4ddcd0934760b060" providerId="LiveId" clId="{4B3952B2-B73E-4F92-922A-008273FCEFC5}" dt="2021-07-10T12:28:08.406" v="1124" actId="1076"/>
          <ac:picMkLst>
            <pc:docMk/>
            <pc:sldMk cId="0" sldId="259"/>
            <ac:picMk id="1026" creationId="{3884EE13-C9FB-4DC5-8DD2-A5209C73451F}"/>
          </ac:picMkLst>
        </pc:picChg>
      </pc:sldChg>
      <pc:sldChg chg="addSp delSp modSp mod setBg">
        <pc:chgData name="andhika rama putra" userId="4ddcd0934760b060" providerId="LiveId" clId="{4B3952B2-B73E-4F92-922A-008273FCEFC5}" dt="2021-07-10T13:34:35.761" v="2368" actId="1076"/>
        <pc:sldMkLst>
          <pc:docMk/>
          <pc:sldMk cId="0" sldId="260"/>
        </pc:sldMkLst>
        <pc:spChg chg="mod">
          <ac:chgData name="andhika rama putra" userId="4ddcd0934760b060" providerId="LiveId" clId="{4B3952B2-B73E-4F92-922A-008273FCEFC5}" dt="2021-07-10T13:34:35.761" v="2368" actId="1076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andhika rama putra" userId="4ddcd0934760b060" providerId="LiveId" clId="{4B3952B2-B73E-4F92-922A-008273FCEFC5}" dt="2021-07-10T13:11:44.864" v="1512"/>
          <ac:spMkLst>
            <pc:docMk/>
            <pc:sldMk cId="0" sldId="260"/>
            <ac:spMk id="10" creationId="{23B9A602-7205-4401-8F24-E4182D276E33}"/>
          </ac:spMkLst>
        </pc:spChg>
        <pc:spChg chg="mod">
          <ac:chgData name="andhika rama putra" userId="4ddcd0934760b060" providerId="LiveId" clId="{4B3952B2-B73E-4F92-922A-008273FCEFC5}" dt="2021-07-10T13:30:55.928" v="2258" actId="1076"/>
          <ac:spMkLst>
            <pc:docMk/>
            <pc:sldMk cId="0" sldId="260"/>
            <ac:spMk id="13" creationId="{D22C1D53-A6BB-4B54-9DAF-47B13C138225}"/>
          </ac:spMkLst>
        </pc:spChg>
        <pc:spChg chg="add del">
          <ac:chgData name="andhika rama putra" userId="4ddcd0934760b060" providerId="LiveId" clId="{4B3952B2-B73E-4F92-922A-008273FCEFC5}" dt="2021-07-10T13:11:46.359" v="1514"/>
          <ac:spMkLst>
            <pc:docMk/>
            <pc:sldMk cId="0" sldId="260"/>
            <ac:spMk id="14" creationId="{EE66D444-C066-489F-B235-E515430BCE6D}"/>
          </ac:spMkLst>
        </pc:spChg>
        <pc:spChg chg="add del">
          <ac:chgData name="andhika rama putra" userId="4ddcd0934760b060" providerId="LiveId" clId="{4B3952B2-B73E-4F92-922A-008273FCEFC5}" dt="2021-07-10T13:11:49.996" v="1516"/>
          <ac:spMkLst>
            <pc:docMk/>
            <pc:sldMk cId="0" sldId="260"/>
            <ac:spMk id="15" creationId="{DEC3619E-A444-4DC6-BAFE-E99155E24246}"/>
          </ac:spMkLst>
        </pc:spChg>
        <pc:spChg chg="add del">
          <ac:chgData name="andhika rama putra" userId="4ddcd0934760b060" providerId="LiveId" clId="{4B3952B2-B73E-4F92-922A-008273FCEFC5}" dt="2021-07-10T13:11:57.765" v="1518"/>
          <ac:spMkLst>
            <pc:docMk/>
            <pc:sldMk cId="0" sldId="260"/>
            <ac:spMk id="16" creationId="{74AACA4B-3C29-4DA0-A008-355B01315C9A}"/>
          </ac:spMkLst>
        </pc:spChg>
        <pc:spChg chg="add del">
          <ac:chgData name="andhika rama putra" userId="4ddcd0934760b060" providerId="LiveId" clId="{4B3952B2-B73E-4F92-922A-008273FCEFC5}" dt="2021-07-10T13:15:32.924" v="1586" actId="22"/>
          <ac:spMkLst>
            <pc:docMk/>
            <pc:sldMk cId="0" sldId="260"/>
            <ac:spMk id="18" creationId="{98486359-F811-4999-B499-6D3D3CF0C45C}"/>
          </ac:spMkLst>
        </pc:spChg>
        <pc:spChg chg="add mod">
          <ac:chgData name="andhika rama putra" userId="4ddcd0934760b060" providerId="LiveId" clId="{4B3952B2-B73E-4F92-922A-008273FCEFC5}" dt="2021-07-10T13:29:27.628" v="2200" actId="1038"/>
          <ac:spMkLst>
            <pc:docMk/>
            <pc:sldMk cId="0" sldId="260"/>
            <ac:spMk id="19" creationId="{935598E7-074C-41D8-B7E2-70181F5F02FD}"/>
          </ac:spMkLst>
        </pc:spChg>
        <pc:spChg chg="add del">
          <ac:chgData name="andhika rama putra" userId="4ddcd0934760b060" providerId="LiveId" clId="{4B3952B2-B73E-4F92-922A-008273FCEFC5}" dt="2021-07-10T13:20:29.272" v="1902"/>
          <ac:spMkLst>
            <pc:docMk/>
            <pc:sldMk cId="0" sldId="260"/>
            <ac:spMk id="20" creationId="{CCAA2626-1CD6-4670-8129-E916429DE4CA}"/>
          </ac:spMkLst>
        </pc:spChg>
        <pc:spChg chg="add del">
          <ac:chgData name="andhika rama putra" userId="4ddcd0934760b060" providerId="LiveId" clId="{4B3952B2-B73E-4F92-922A-008273FCEFC5}" dt="2021-07-10T13:22:03.690" v="1911" actId="22"/>
          <ac:spMkLst>
            <pc:docMk/>
            <pc:sldMk cId="0" sldId="260"/>
            <ac:spMk id="22" creationId="{9B1B5439-521F-4D1F-A875-1FEF8B917F1A}"/>
          </ac:spMkLst>
        </pc:spChg>
        <pc:spChg chg="add del mod">
          <ac:chgData name="andhika rama putra" userId="4ddcd0934760b060" providerId="LiveId" clId="{4B3952B2-B73E-4F92-922A-008273FCEFC5}" dt="2021-07-10T13:22:27.755" v="1915" actId="478"/>
          <ac:spMkLst>
            <pc:docMk/>
            <pc:sldMk cId="0" sldId="260"/>
            <ac:spMk id="23" creationId="{CDECD11C-8EAE-4F73-BB85-3A94339DC318}"/>
          </ac:spMkLst>
        </pc:spChg>
        <pc:spChg chg="add mod">
          <ac:chgData name="andhika rama putra" userId="4ddcd0934760b060" providerId="LiveId" clId="{4B3952B2-B73E-4F92-922A-008273FCEFC5}" dt="2021-07-10T13:31:00.772" v="2260" actId="1076"/>
          <ac:spMkLst>
            <pc:docMk/>
            <pc:sldMk cId="0" sldId="260"/>
            <ac:spMk id="24" creationId="{53AE949F-DB21-4261-8AF6-37CE60E17488}"/>
          </ac:spMkLst>
        </pc:spChg>
        <pc:spChg chg="add mod">
          <ac:chgData name="andhika rama putra" userId="4ddcd0934760b060" providerId="LiveId" clId="{4B3952B2-B73E-4F92-922A-008273FCEFC5}" dt="2021-07-10T13:30:58.615" v="2259" actId="1076"/>
          <ac:spMkLst>
            <pc:docMk/>
            <pc:sldMk cId="0" sldId="260"/>
            <ac:spMk id="25" creationId="{E2C68C3D-8F2A-4B60-AD9E-580D7CA77BEF}"/>
          </ac:spMkLst>
        </pc:spChg>
        <pc:spChg chg="add mod">
          <ac:chgData name="andhika rama putra" userId="4ddcd0934760b060" providerId="LiveId" clId="{4B3952B2-B73E-4F92-922A-008273FCEFC5}" dt="2021-07-10T13:31:47.747" v="2275" actId="1076"/>
          <ac:spMkLst>
            <pc:docMk/>
            <pc:sldMk cId="0" sldId="260"/>
            <ac:spMk id="26" creationId="{1BE70BA4-29B4-4742-8EF7-D39E34170114}"/>
          </ac:spMkLst>
        </pc:spChg>
        <pc:spChg chg="add mod">
          <ac:chgData name="andhika rama putra" userId="4ddcd0934760b060" providerId="LiveId" clId="{4B3952B2-B73E-4F92-922A-008273FCEFC5}" dt="2021-07-10T13:31:11.872" v="2264" actId="571"/>
          <ac:spMkLst>
            <pc:docMk/>
            <pc:sldMk cId="0" sldId="260"/>
            <ac:spMk id="27" creationId="{2F3846E8-9114-4ADB-992A-AB690C7E0294}"/>
          </ac:spMkLst>
        </pc:spChg>
        <pc:spChg chg="add mod">
          <ac:chgData name="andhika rama putra" userId="4ddcd0934760b060" providerId="LiveId" clId="{4B3952B2-B73E-4F92-922A-008273FCEFC5}" dt="2021-07-10T13:31:42.700" v="2273" actId="571"/>
          <ac:spMkLst>
            <pc:docMk/>
            <pc:sldMk cId="0" sldId="260"/>
            <ac:spMk id="28" creationId="{43D15D38-0C5D-4B0B-925A-9D05002E556F}"/>
          </ac:spMkLst>
        </pc:spChg>
        <pc:spChg chg="add mod">
          <ac:chgData name="andhika rama putra" userId="4ddcd0934760b060" providerId="LiveId" clId="{4B3952B2-B73E-4F92-922A-008273FCEFC5}" dt="2021-07-10T13:31:54.283" v="2277" actId="20577"/>
          <ac:spMkLst>
            <pc:docMk/>
            <pc:sldMk cId="0" sldId="260"/>
            <ac:spMk id="29" creationId="{C9EDFFD5-C56A-4E3D-B85B-D030B671852A}"/>
          </ac:spMkLst>
        </pc:spChg>
        <pc:spChg chg="add mod">
          <ac:chgData name="andhika rama putra" userId="4ddcd0934760b060" providerId="LiveId" clId="{4B3952B2-B73E-4F92-922A-008273FCEFC5}" dt="2021-07-10T13:33:38.971" v="2325" actId="1076"/>
          <ac:spMkLst>
            <pc:docMk/>
            <pc:sldMk cId="0" sldId="260"/>
            <ac:spMk id="30" creationId="{6F649A84-3910-4551-B039-7B1A69700FB4}"/>
          </ac:spMkLst>
        </pc:spChg>
        <pc:spChg chg="add mod">
          <ac:chgData name="andhika rama putra" userId="4ddcd0934760b060" providerId="LiveId" clId="{4B3952B2-B73E-4F92-922A-008273FCEFC5}" dt="2021-07-10T13:33:43.138" v="2326" actId="1076"/>
          <ac:spMkLst>
            <pc:docMk/>
            <pc:sldMk cId="0" sldId="260"/>
            <ac:spMk id="35" creationId="{DB486883-D5C1-41A1-AA0C-26373BA68F0A}"/>
          </ac:spMkLst>
        </pc:spChg>
        <pc:grpChg chg="mod">
          <ac:chgData name="andhika rama putra" userId="4ddcd0934760b060" providerId="LiveId" clId="{4B3952B2-B73E-4F92-922A-008273FCEFC5}" dt="2021-07-10T13:33:24.660" v="2321" actId="1076"/>
          <ac:grpSpMkLst>
            <pc:docMk/>
            <pc:sldMk cId="0" sldId="260"/>
            <ac:grpSpMk id="2" creationId="{00000000-0000-0000-0000-000000000000}"/>
          </ac:grpSpMkLst>
        </pc:grpChg>
        <pc:picChg chg="del mod">
          <ac:chgData name="andhika rama putra" userId="4ddcd0934760b060" providerId="LiveId" clId="{4B3952B2-B73E-4F92-922A-008273FCEFC5}" dt="2021-07-10T13:22:36.663" v="1918" actId="478"/>
          <ac:picMkLst>
            <pc:docMk/>
            <pc:sldMk cId="0" sldId="260"/>
            <ac:picMk id="9" creationId="{00000000-0000-0000-0000-000000000000}"/>
          </ac:picMkLst>
        </pc:picChg>
        <pc:picChg chg="del">
          <ac:chgData name="andhika rama putra" userId="4ddcd0934760b060" providerId="LiveId" clId="{4B3952B2-B73E-4F92-922A-008273FCEFC5}" dt="2021-07-10T13:28:53.155" v="2188" actId="478"/>
          <ac:picMkLst>
            <pc:docMk/>
            <pc:sldMk cId="0" sldId="260"/>
            <ac:picMk id="11" creationId="{00000000-0000-0000-0000-000000000000}"/>
          </ac:picMkLst>
        </pc:picChg>
        <pc:picChg chg="add del mod">
          <ac:chgData name="andhika rama putra" userId="4ddcd0934760b060" providerId="LiveId" clId="{4B3952B2-B73E-4F92-922A-008273FCEFC5}" dt="2021-07-10T13:32:17.676" v="2284" actId="478"/>
          <ac:picMkLst>
            <pc:docMk/>
            <pc:sldMk cId="0" sldId="260"/>
            <ac:picMk id="32" creationId="{2183A63F-CDDF-47BA-B80A-2B8D7105EF98}"/>
          </ac:picMkLst>
        </pc:picChg>
        <pc:picChg chg="add mod">
          <ac:chgData name="andhika rama putra" userId="4ddcd0934760b060" providerId="LiveId" clId="{4B3952B2-B73E-4F92-922A-008273FCEFC5}" dt="2021-07-10T13:32:50.547" v="2291" actId="1076"/>
          <ac:picMkLst>
            <pc:docMk/>
            <pc:sldMk cId="0" sldId="260"/>
            <ac:picMk id="34" creationId="{2839AF35-FAFE-4247-8AD2-09EA5370128E}"/>
          </ac:picMkLst>
        </pc:picChg>
      </pc:sldChg>
      <pc:sldChg chg="addSp delSp modSp mod modNotesTx">
        <pc:chgData name="andhika rama putra" userId="4ddcd0934760b060" providerId="LiveId" clId="{4B3952B2-B73E-4F92-922A-008273FCEFC5}" dt="2021-07-10T14:41:46.593" v="2665"/>
        <pc:sldMkLst>
          <pc:docMk/>
          <pc:sldMk cId="0" sldId="261"/>
        </pc:sldMkLst>
        <pc:spChg chg="mod">
          <ac:chgData name="andhika rama putra" userId="4ddcd0934760b060" providerId="LiveId" clId="{4B3952B2-B73E-4F92-922A-008273FCEFC5}" dt="2021-07-10T14:04:22.758" v="244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4:28:43.537" v="2634" actId="20577"/>
          <ac:spMkLst>
            <pc:docMk/>
            <pc:sldMk cId="0" sldId="261"/>
            <ac:spMk id="8" creationId="{00000000-0000-0000-0000-000000000000}"/>
          </ac:spMkLst>
        </pc:spChg>
        <pc:spChg chg="del">
          <ac:chgData name="andhika rama putra" userId="4ddcd0934760b060" providerId="LiveId" clId="{4B3952B2-B73E-4F92-922A-008273FCEFC5}" dt="2021-07-10T14:03:09.173" v="2418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andhika rama putra" userId="4ddcd0934760b060" providerId="LiveId" clId="{4B3952B2-B73E-4F92-922A-008273FCEFC5}" dt="2021-07-10T14:03:09.173" v="2418" actId="478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andhika rama putra" userId="4ddcd0934760b060" providerId="LiveId" clId="{4B3952B2-B73E-4F92-922A-008273FCEFC5}" dt="2021-07-10T13:37:35.992" v="2373" actId="14100"/>
          <ac:spMkLst>
            <pc:docMk/>
            <pc:sldMk cId="0" sldId="261"/>
            <ac:spMk id="11" creationId="{9813485C-05B7-437F-B5B9-05FB9232639D}"/>
          </ac:spMkLst>
        </pc:spChg>
        <pc:spChg chg="add mod">
          <ac:chgData name="andhika rama putra" userId="4ddcd0934760b060" providerId="LiveId" clId="{4B3952B2-B73E-4F92-922A-008273FCEFC5}" dt="2021-07-10T13:37:27.518" v="2372" actId="1076"/>
          <ac:spMkLst>
            <pc:docMk/>
            <pc:sldMk cId="0" sldId="261"/>
            <ac:spMk id="12" creationId="{AD8EAAE7-9930-4973-970E-1284E7DD0395}"/>
          </ac:spMkLst>
        </pc:spChg>
        <pc:spChg chg="add mod">
          <ac:chgData name="andhika rama putra" userId="4ddcd0934760b060" providerId="LiveId" clId="{4B3952B2-B73E-4F92-922A-008273FCEFC5}" dt="2021-07-10T14:04:18.737" v="2443" actId="1076"/>
          <ac:spMkLst>
            <pc:docMk/>
            <pc:sldMk cId="0" sldId="261"/>
            <ac:spMk id="14" creationId="{72B12103-01A0-4961-AE21-3A7C7BCA432F}"/>
          </ac:spMkLst>
        </pc:spChg>
        <pc:spChg chg="add mod">
          <ac:chgData name="andhika rama putra" userId="4ddcd0934760b060" providerId="LiveId" clId="{4B3952B2-B73E-4F92-922A-008273FCEFC5}" dt="2021-07-10T14:38:10.158" v="2643" actId="20577"/>
          <ac:spMkLst>
            <pc:docMk/>
            <pc:sldMk cId="0" sldId="261"/>
            <ac:spMk id="15" creationId="{F66432BD-83BE-4525-A5EC-2C8D0F3BE163}"/>
          </ac:spMkLst>
        </pc:spChg>
        <pc:spChg chg="add del mod">
          <ac:chgData name="andhika rama putra" userId="4ddcd0934760b060" providerId="LiveId" clId="{4B3952B2-B73E-4F92-922A-008273FCEFC5}" dt="2021-07-10T14:40:34.618" v="2651" actId="21"/>
          <ac:spMkLst>
            <pc:docMk/>
            <pc:sldMk cId="0" sldId="261"/>
            <ac:spMk id="16" creationId="{7EC3ED79-5CE1-45D9-B35E-BDBB123884F9}"/>
          </ac:spMkLst>
        </pc:spChg>
        <pc:grpChg chg="del">
          <ac:chgData name="andhika rama putra" userId="4ddcd0934760b060" providerId="LiveId" clId="{4B3952B2-B73E-4F92-922A-008273FCEFC5}" dt="2021-07-10T14:03:09.173" v="2418" actId="478"/>
          <ac:grpSpMkLst>
            <pc:docMk/>
            <pc:sldMk cId="0" sldId="261"/>
            <ac:grpSpMk id="2" creationId="{00000000-0000-0000-0000-000000000000}"/>
          </ac:grpSpMkLst>
        </pc:grpChg>
        <pc:grpChg chg="del">
          <ac:chgData name="andhika rama putra" userId="4ddcd0934760b060" providerId="LiveId" clId="{4B3952B2-B73E-4F92-922A-008273FCEFC5}" dt="2021-07-10T14:03:09.173" v="2418" actId="478"/>
          <ac:grpSpMkLst>
            <pc:docMk/>
            <pc:sldMk cId="0" sldId="261"/>
            <ac:grpSpMk id="4" creationId="{00000000-0000-0000-0000-000000000000}"/>
          </ac:grpSpMkLst>
        </pc:grpChg>
        <pc:picChg chg="del">
          <ac:chgData name="andhika rama putra" userId="4ddcd0934760b060" providerId="LiveId" clId="{4B3952B2-B73E-4F92-922A-008273FCEFC5}" dt="2021-07-10T13:40:25.448" v="2377" actId="478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andhika rama putra" userId="4ddcd0934760b060" providerId="LiveId" clId="{4B3952B2-B73E-4F92-922A-008273FCEFC5}" dt="2021-07-10T14:40:53.521" v="2659" actId="14100"/>
          <ac:picMkLst>
            <pc:docMk/>
            <pc:sldMk cId="0" sldId="261"/>
            <ac:picMk id="17" creationId="{10302048-488B-4648-AF37-3BDAC0140CB9}"/>
          </ac:picMkLst>
        </pc:picChg>
        <pc:picChg chg="add mod">
          <ac:chgData name="andhika rama putra" userId="4ddcd0934760b060" providerId="LiveId" clId="{4B3952B2-B73E-4F92-922A-008273FCEFC5}" dt="2021-07-10T14:41:11.636" v="2664" actId="1076"/>
          <ac:picMkLst>
            <pc:docMk/>
            <pc:sldMk cId="0" sldId="261"/>
            <ac:picMk id="19" creationId="{A97575D0-711D-48BB-ABB3-C4D7A289EDC0}"/>
          </ac:picMkLst>
        </pc:picChg>
        <pc:picChg chg="add del mod">
          <ac:chgData name="andhika rama putra" userId="4ddcd0934760b060" providerId="LiveId" clId="{4B3952B2-B73E-4F92-922A-008273FCEFC5}" dt="2021-07-10T14:04:43.660" v="2449" actId="478"/>
          <ac:picMkLst>
            <pc:docMk/>
            <pc:sldMk cId="0" sldId="261"/>
            <ac:picMk id="5122" creationId="{E605825E-8A2F-4354-B367-349C95D1EBDB}"/>
          </ac:picMkLst>
        </pc:picChg>
      </pc:sldChg>
      <pc:sldChg chg="addSp delSp modSp mod">
        <pc:chgData name="andhika rama putra" userId="4ddcd0934760b060" providerId="LiveId" clId="{4B3952B2-B73E-4F92-922A-008273FCEFC5}" dt="2021-07-10T15:06:34.257" v="2795" actId="14100"/>
        <pc:sldMkLst>
          <pc:docMk/>
          <pc:sldMk cId="0" sldId="262"/>
        </pc:sldMkLst>
        <pc:spChg chg="mod">
          <ac:chgData name="andhika rama putra" userId="4ddcd0934760b060" providerId="LiveId" clId="{4B3952B2-B73E-4F92-922A-008273FCEFC5}" dt="2021-07-10T15:06:34.257" v="2795" actId="14100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andhika rama putra" userId="4ddcd0934760b060" providerId="LiveId" clId="{4B3952B2-B73E-4F92-922A-008273FCEFC5}" dt="2021-07-10T15:06:17.877" v="2784" actId="1076"/>
          <ac:spMkLst>
            <pc:docMk/>
            <pc:sldMk cId="0" sldId="262"/>
            <ac:spMk id="13" creationId="{ADE31CC9-9974-4CD2-9249-D7CF8E845FC7}"/>
          </ac:spMkLst>
        </pc:spChg>
        <pc:spChg chg="add mod">
          <ac:chgData name="andhika rama putra" userId="4ddcd0934760b060" providerId="LiveId" clId="{4B3952B2-B73E-4F92-922A-008273FCEFC5}" dt="2021-07-10T15:06:17.877" v="2784" actId="1076"/>
          <ac:spMkLst>
            <pc:docMk/>
            <pc:sldMk cId="0" sldId="262"/>
            <ac:spMk id="14" creationId="{9804D927-B838-4BB1-BBAD-94061FA46037}"/>
          </ac:spMkLst>
        </pc:spChg>
        <pc:spChg chg="add mod">
          <ac:chgData name="andhika rama putra" userId="4ddcd0934760b060" providerId="LiveId" clId="{4B3952B2-B73E-4F92-922A-008273FCEFC5}" dt="2021-07-10T15:06:17.877" v="2784" actId="1076"/>
          <ac:spMkLst>
            <pc:docMk/>
            <pc:sldMk cId="0" sldId="262"/>
            <ac:spMk id="15" creationId="{EB3B792F-BE4B-4F5A-A4EA-D833BBB312FC}"/>
          </ac:spMkLst>
        </pc:spChg>
        <pc:spChg chg="add mod">
          <ac:chgData name="andhika rama putra" userId="4ddcd0934760b060" providerId="LiveId" clId="{4B3952B2-B73E-4F92-922A-008273FCEFC5}" dt="2021-07-10T15:06:17.877" v="2784" actId="1076"/>
          <ac:spMkLst>
            <pc:docMk/>
            <pc:sldMk cId="0" sldId="262"/>
            <ac:spMk id="16" creationId="{C50040AB-6E0F-4DA0-95C9-4346B897D6EF}"/>
          </ac:spMkLst>
        </pc:spChg>
        <pc:picChg chg="del">
          <ac:chgData name="andhika rama putra" userId="4ddcd0934760b060" providerId="LiveId" clId="{4B3952B2-B73E-4F92-922A-008273FCEFC5}" dt="2021-07-10T15:06:13.114" v="2782" actId="47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andhika rama putra" userId="4ddcd0934760b060" providerId="LiveId" clId="{4B3952B2-B73E-4F92-922A-008273FCEFC5}" dt="2021-07-10T15:06:21.384" v="2786" actId="478"/>
          <ac:picMkLst>
            <pc:docMk/>
            <pc:sldMk cId="0" sldId="262"/>
            <ac:picMk id="10" creationId="{00000000-0000-0000-0000-000000000000}"/>
          </ac:picMkLst>
        </pc:picChg>
        <pc:picChg chg="del mod">
          <ac:chgData name="andhika rama putra" userId="4ddcd0934760b060" providerId="LiveId" clId="{4B3952B2-B73E-4F92-922A-008273FCEFC5}" dt="2021-07-10T15:06:21.384" v="2786" actId="478"/>
          <ac:picMkLst>
            <pc:docMk/>
            <pc:sldMk cId="0" sldId="262"/>
            <ac:picMk id="11" creationId="{00000000-0000-0000-0000-000000000000}"/>
          </ac:picMkLst>
        </pc:picChg>
      </pc:sldChg>
      <pc:sldChg chg="del">
        <pc:chgData name="andhika rama putra" userId="4ddcd0934760b060" providerId="LiveId" clId="{4B3952B2-B73E-4F92-922A-008273FCEFC5}" dt="2021-07-10T18:39:33.392" v="5201" actId="47"/>
        <pc:sldMkLst>
          <pc:docMk/>
          <pc:sldMk cId="0" sldId="263"/>
        </pc:sldMkLst>
      </pc:sldChg>
      <pc:sldChg chg="addSp delSp modSp mod ord addAnim delAnim modAnim">
        <pc:chgData name="andhika rama putra" userId="4ddcd0934760b060" providerId="LiveId" clId="{4B3952B2-B73E-4F92-922A-008273FCEFC5}" dt="2021-07-10T16:36:17.816" v="3209" actId="20577"/>
        <pc:sldMkLst>
          <pc:docMk/>
          <pc:sldMk cId="0" sldId="264"/>
        </pc:sldMkLst>
        <pc:spChg chg="mod">
          <ac:chgData name="andhika rama putra" userId="4ddcd0934760b060" providerId="LiveId" clId="{4B3952B2-B73E-4F92-922A-008273FCEFC5}" dt="2021-07-10T15:11:59.449" v="3034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6:09:55.265" v="3178" actId="6549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andhika rama putra" userId="4ddcd0934760b060" providerId="LiveId" clId="{4B3952B2-B73E-4F92-922A-008273FCEFC5}" dt="2021-07-10T14:58:40.047" v="2766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andhika rama putra" userId="4ddcd0934760b060" providerId="LiveId" clId="{4B3952B2-B73E-4F92-922A-008273FCEFC5}" dt="2021-07-10T14:58:40.047" v="2766" actId="478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andhika rama putra" userId="4ddcd0934760b060" providerId="LiveId" clId="{4B3952B2-B73E-4F92-922A-008273FCEFC5}" dt="2021-07-10T14:43:27.200" v="2673" actId="14100"/>
          <ac:spMkLst>
            <pc:docMk/>
            <pc:sldMk cId="0" sldId="264"/>
            <ac:spMk id="10" creationId="{1DBB7882-80DF-4A24-8424-D756C60585BF}"/>
          </ac:spMkLst>
        </pc:spChg>
        <pc:spChg chg="add mod">
          <ac:chgData name="andhika rama putra" userId="4ddcd0934760b060" providerId="LiveId" clId="{4B3952B2-B73E-4F92-922A-008273FCEFC5}" dt="2021-07-10T14:43:32.038" v="2674" actId="14100"/>
          <ac:spMkLst>
            <pc:docMk/>
            <pc:sldMk cId="0" sldId="264"/>
            <ac:spMk id="11" creationId="{63FB440A-6D7D-4E21-898B-71601B22E722}"/>
          </ac:spMkLst>
        </pc:spChg>
        <pc:spChg chg="add del mod">
          <ac:chgData name="andhika rama putra" userId="4ddcd0934760b060" providerId="LiveId" clId="{4B3952B2-B73E-4F92-922A-008273FCEFC5}" dt="2021-07-10T15:06:09.955" v="2781" actId="21"/>
          <ac:spMkLst>
            <pc:docMk/>
            <pc:sldMk cId="0" sldId="264"/>
            <ac:spMk id="12" creationId="{27449615-E8A4-4D15-8410-E53A047EC5B8}"/>
          </ac:spMkLst>
        </pc:spChg>
        <pc:spChg chg="add del mod">
          <ac:chgData name="andhika rama putra" userId="4ddcd0934760b060" providerId="LiveId" clId="{4B3952B2-B73E-4F92-922A-008273FCEFC5}" dt="2021-07-10T14:49:44.950" v="2696" actId="22"/>
          <ac:spMkLst>
            <pc:docMk/>
            <pc:sldMk cId="0" sldId="264"/>
            <ac:spMk id="14" creationId="{66A4F803-B3D5-46E4-9496-385B312194A5}"/>
          </ac:spMkLst>
        </pc:spChg>
        <pc:spChg chg="add del">
          <ac:chgData name="andhika rama putra" userId="4ddcd0934760b060" providerId="LiveId" clId="{4B3952B2-B73E-4F92-922A-008273FCEFC5}" dt="2021-07-10T14:52:05.342" v="2709" actId="22"/>
          <ac:spMkLst>
            <pc:docMk/>
            <pc:sldMk cId="0" sldId="264"/>
            <ac:spMk id="16" creationId="{84D4D814-220C-47C6-A279-28B34E9A81C0}"/>
          </ac:spMkLst>
        </pc:spChg>
        <pc:spChg chg="add mod">
          <ac:chgData name="andhika rama putra" userId="4ddcd0934760b060" providerId="LiveId" clId="{4B3952B2-B73E-4F92-922A-008273FCEFC5}" dt="2021-07-10T14:52:18.439" v="2714" actId="571"/>
          <ac:spMkLst>
            <pc:docMk/>
            <pc:sldMk cId="0" sldId="264"/>
            <ac:spMk id="17" creationId="{A7DFCB0A-A448-47CB-9CCD-E0DC6D3C4A85}"/>
          </ac:spMkLst>
        </pc:spChg>
        <pc:spChg chg="add del mod">
          <ac:chgData name="andhika rama putra" userId="4ddcd0934760b060" providerId="LiveId" clId="{4B3952B2-B73E-4F92-922A-008273FCEFC5}" dt="2021-07-10T15:06:09.955" v="2781" actId="21"/>
          <ac:spMkLst>
            <pc:docMk/>
            <pc:sldMk cId="0" sldId="264"/>
            <ac:spMk id="18" creationId="{37821C87-6CCD-4426-9EDE-F1D02DC9C88F}"/>
          </ac:spMkLst>
        </pc:spChg>
        <pc:spChg chg="add del mod">
          <ac:chgData name="andhika rama putra" userId="4ddcd0934760b060" providerId="LiveId" clId="{4B3952B2-B73E-4F92-922A-008273FCEFC5}" dt="2021-07-10T15:06:09.955" v="2781" actId="21"/>
          <ac:spMkLst>
            <pc:docMk/>
            <pc:sldMk cId="0" sldId="264"/>
            <ac:spMk id="19" creationId="{C23A031B-932C-4A5C-9EB6-7BBA603108D0}"/>
          </ac:spMkLst>
        </pc:spChg>
        <pc:spChg chg="add mod">
          <ac:chgData name="andhika rama putra" userId="4ddcd0934760b060" providerId="LiveId" clId="{4B3952B2-B73E-4F92-922A-008273FCEFC5}" dt="2021-07-10T15:16:21.125" v="3073" actId="207"/>
          <ac:spMkLst>
            <pc:docMk/>
            <pc:sldMk cId="0" sldId="264"/>
            <ac:spMk id="20" creationId="{8999703B-3449-40F9-8E45-0EB26562F473}"/>
          </ac:spMkLst>
        </pc:spChg>
        <pc:spChg chg="add mod">
          <ac:chgData name="andhika rama putra" userId="4ddcd0934760b060" providerId="LiveId" clId="{4B3952B2-B73E-4F92-922A-008273FCEFC5}" dt="2021-07-10T14:58:58.542" v="2775" actId="571"/>
          <ac:spMkLst>
            <pc:docMk/>
            <pc:sldMk cId="0" sldId="264"/>
            <ac:spMk id="21" creationId="{36DD7FD7-556F-44A9-8AC9-15A08A0B7917}"/>
          </ac:spMkLst>
        </pc:spChg>
        <pc:spChg chg="add del mod">
          <ac:chgData name="andhika rama putra" userId="4ddcd0934760b060" providerId="LiveId" clId="{4B3952B2-B73E-4F92-922A-008273FCEFC5}" dt="2021-07-10T15:06:09.955" v="2781" actId="21"/>
          <ac:spMkLst>
            <pc:docMk/>
            <pc:sldMk cId="0" sldId="264"/>
            <ac:spMk id="22" creationId="{B7C373A6-16D7-4374-9BF1-D2718B717053}"/>
          </ac:spMkLst>
        </pc:spChg>
        <pc:spChg chg="add del mod">
          <ac:chgData name="andhika rama putra" userId="4ddcd0934760b060" providerId="LiveId" clId="{4B3952B2-B73E-4F92-922A-008273FCEFC5}" dt="2021-07-10T15:12:37.891" v="3039"/>
          <ac:spMkLst>
            <pc:docMk/>
            <pc:sldMk cId="0" sldId="264"/>
            <ac:spMk id="23" creationId="{DD628A27-F22E-4A2F-80A8-C3447BB4CEC2}"/>
          </ac:spMkLst>
        </pc:spChg>
        <pc:spChg chg="add del mod">
          <ac:chgData name="andhika rama putra" userId="4ddcd0934760b060" providerId="LiveId" clId="{4B3952B2-B73E-4F92-922A-008273FCEFC5}" dt="2021-07-10T15:12:42.034" v="3043"/>
          <ac:spMkLst>
            <pc:docMk/>
            <pc:sldMk cId="0" sldId="264"/>
            <ac:spMk id="24" creationId="{37D830E6-6645-421E-9F25-2EC15C7B63D6}"/>
          </ac:spMkLst>
        </pc:spChg>
        <pc:spChg chg="add del mod">
          <ac:chgData name="andhika rama putra" userId="4ddcd0934760b060" providerId="LiveId" clId="{4B3952B2-B73E-4F92-922A-008273FCEFC5}" dt="2021-07-10T15:13:20.486" v="3053"/>
          <ac:spMkLst>
            <pc:docMk/>
            <pc:sldMk cId="0" sldId="264"/>
            <ac:spMk id="26" creationId="{7511C832-EA75-49D7-8B37-716C932FA15B}"/>
          </ac:spMkLst>
        </pc:spChg>
        <pc:spChg chg="add mod">
          <ac:chgData name="andhika rama putra" userId="4ddcd0934760b060" providerId="LiveId" clId="{4B3952B2-B73E-4F92-922A-008273FCEFC5}" dt="2021-07-10T16:10:08.800" v="3200" actId="1036"/>
          <ac:spMkLst>
            <pc:docMk/>
            <pc:sldMk cId="0" sldId="264"/>
            <ac:spMk id="30" creationId="{5979AFE5-DF77-4A8E-9041-1090801DD3E4}"/>
          </ac:spMkLst>
        </pc:spChg>
        <pc:spChg chg="add mod">
          <ac:chgData name="andhika rama putra" userId="4ddcd0934760b060" providerId="LiveId" clId="{4B3952B2-B73E-4F92-922A-008273FCEFC5}" dt="2021-07-10T16:36:17.816" v="3209" actId="20577"/>
          <ac:spMkLst>
            <pc:docMk/>
            <pc:sldMk cId="0" sldId="264"/>
            <ac:spMk id="34" creationId="{FD77DF0D-4412-4483-A749-12889A96440E}"/>
          </ac:spMkLst>
        </pc:spChg>
        <pc:spChg chg="add del mod">
          <ac:chgData name="andhika rama putra" userId="4ddcd0934760b060" providerId="LiveId" clId="{4B3952B2-B73E-4F92-922A-008273FCEFC5}" dt="2021-07-10T15:34:09.920" v="3164" actId="1076"/>
          <ac:spMkLst>
            <pc:docMk/>
            <pc:sldMk cId="0" sldId="264"/>
            <ac:spMk id="35" creationId="{AA7ABE29-CE5F-4F46-BFA6-A7DA5230F193}"/>
          </ac:spMkLst>
        </pc:spChg>
        <pc:spChg chg="add del mod">
          <ac:chgData name="andhika rama putra" userId="4ddcd0934760b060" providerId="LiveId" clId="{4B3952B2-B73E-4F92-922A-008273FCEFC5}" dt="2021-07-10T15:33:32.545" v="3143"/>
          <ac:spMkLst>
            <pc:docMk/>
            <pc:sldMk cId="0" sldId="264"/>
            <ac:spMk id="36" creationId="{DD12CD97-F92A-47E8-A700-4E402FC4F7EB}"/>
          </ac:spMkLst>
        </pc:spChg>
        <pc:spChg chg="add del mod">
          <ac:chgData name="andhika rama putra" userId="4ddcd0934760b060" providerId="LiveId" clId="{4B3952B2-B73E-4F92-922A-008273FCEFC5}" dt="2021-07-10T15:33:35.187" v="3146"/>
          <ac:spMkLst>
            <pc:docMk/>
            <pc:sldMk cId="0" sldId="264"/>
            <ac:spMk id="37" creationId="{FA5E07B0-1DCE-4342-AAC0-7A20662CF94F}"/>
          </ac:spMkLst>
        </pc:spChg>
        <pc:grpChg chg="del mod">
          <ac:chgData name="andhika rama putra" userId="4ddcd0934760b060" providerId="LiveId" clId="{4B3952B2-B73E-4F92-922A-008273FCEFC5}" dt="2021-07-10T14:58:40.047" v="2766" actId="478"/>
          <ac:grpSpMkLst>
            <pc:docMk/>
            <pc:sldMk cId="0" sldId="264"/>
            <ac:grpSpMk id="2" creationId="{00000000-0000-0000-0000-000000000000}"/>
          </ac:grpSpMkLst>
        </pc:grpChg>
        <pc:grpChg chg="del mod">
          <ac:chgData name="andhika rama putra" userId="4ddcd0934760b060" providerId="LiveId" clId="{4B3952B2-B73E-4F92-922A-008273FCEFC5}" dt="2021-07-10T14:58:40.047" v="2766" actId="478"/>
          <ac:grpSpMkLst>
            <pc:docMk/>
            <pc:sldMk cId="0" sldId="264"/>
            <ac:grpSpMk id="7" creationId="{00000000-0000-0000-0000-000000000000}"/>
          </ac:grpSpMkLst>
        </pc:grpChg>
        <pc:picChg chg="add del mod">
          <ac:chgData name="andhika rama putra" userId="4ddcd0934760b060" providerId="LiveId" clId="{4B3952B2-B73E-4F92-922A-008273FCEFC5}" dt="2021-07-10T15:12:53.924" v="3047"/>
          <ac:picMkLst>
            <pc:docMk/>
            <pc:sldMk cId="0" sldId="264"/>
            <ac:picMk id="25" creationId="{49A0379E-32C3-4250-8BD6-FD32EC577059}"/>
          </ac:picMkLst>
        </pc:picChg>
        <pc:picChg chg="add del mod">
          <ac:chgData name="andhika rama putra" userId="4ddcd0934760b060" providerId="LiveId" clId="{4B3952B2-B73E-4F92-922A-008273FCEFC5}" dt="2021-07-10T15:13:20.486" v="3053"/>
          <ac:picMkLst>
            <pc:docMk/>
            <pc:sldMk cId="0" sldId="264"/>
            <ac:picMk id="27" creationId="{1FF7177B-3558-4B89-A2AD-C96B35384A6D}"/>
          </ac:picMkLst>
        </pc:picChg>
        <pc:picChg chg="add del mod">
          <ac:chgData name="andhika rama putra" userId="4ddcd0934760b060" providerId="LiveId" clId="{4B3952B2-B73E-4F92-922A-008273FCEFC5}" dt="2021-07-10T15:13:20.486" v="3053"/>
          <ac:picMkLst>
            <pc:docMk/>
            <pc:sldMk cId="0" sldId="264"/>
            <ac:picMk id="28" creationId="{39A4F3E6-198A-4D15-9DAE-66265FFD395A}"/>
          </ac:picMkLst>
        </pc:picChg>
        <pc:picChg chg="add del mod">
          <ac:chgData name="andhika rama putra" userId="4ddcd0934760b060" providerId="LiveId" clId="{4B3952B2-B73E-4F92-922A-008273FCEFC5}" dt="2021-07-10T15:13:20.486" v="3053"/>
          <ac:picMkLst>
            <pc:docMk/>
            <pc:sldMk cId="0" sldId="264"/>
            <ac:picMk id="29" creationId="{40125FA2-D992-44BF-A670-4444CCE1128D}"/>
          </ac:picMkLst>
        </pc:picChg>
        <pc:picChg chg="add mod">
          <ac:chgData name="andhika rama putra" userId="4ddcd0934760b060" providerId="LiveId" clId="{4B3952B2-B73E-4F92-922A-008273FCEFC5}" dt="2021-07-10T16:10:08.800" v="3200" actId="1036"/>
          <ac:picMkLst>
            <pc:docMk/>
            <pc:sldMk cId="0" sldId="264"/>
            <ac:picMk id="31" creationId="{F339856D-BE76-413F-A5CD-F852AF413C52}"/>
          </ac:picMkLst>
        </pc:picChg>
        <pc:picChg chg="add mod">
          <ac:chgData name="andhika rama putra" userId="4ddcd0934760b060" providerId="LiveId" clId="{4B3952B2-B73E-4F92-922A-008273FCEFC5}" dt="2021-07-10T16:10:08.800" v="3200" actId="1036"/>
          <ac:picMkLst>
            <pc:docMk/>
            <pc:sldMk cId="0" sldId="264"/>
            <ac:picMk id="32" creationId="{550C69FE-46A2-4254-AA18-C1EF07B628E0}"/>
          </ac:picMkLst>
        </pc:picChg>
        <pc:picChg chg="add mod">
          <ac:chgData name="andhika rama putra" userId="4ddcd0934760b060" providerId="LiveId" clId="{4B3952B2-B73E-4F92-922A-008273FCEFC5}" dt="2021-07-10T16:10:08.800" v="3200" actId="1036"/>
          <ac:picMkLst>
            <pc:docMk/>
            <pc:sldMk cId="0" sldId="264"/>
            <ac:picMk id="33" creationId="{0E4AD44C-0091-41B5-A8A0-2454028A8711}"/>
          </ac:picMkLst>
        </pc:picChg>
      </pc:sldChg>
      <pc:sldChg chg="del">
        <pc:chgData name="andhika rama putra" userId="4ddcd0934760b060" providerId="LiveId" clId="{4B3952B2-B73E-4F92-922A-008273FCEFC5}" dt="2021-07-10T18:39:33.392" v="5201" actId="47"/>
        <pc:sldMkLst>
          <pc:docMk/>
          <pc:sldMk cId="0" sldId="265"/>
        </pc:sldMkLst>
      </pc:sldChg>
      <pc:sldChg chg="del">
        <pc:chgData name="andhika rama putra" userId="4ddcd0934760b060" providerId="LiveId" clId="{4B3952B2-B73E-4F92-922A-008273FCEFC5}" dt="2021-07-10T18:39:33.392" v="5201" actId="47"/>
        <pc:sldMkLst>
          <pc:docMk/>
          <pc:sldMk cId="0" sldId="266"/>
        </pc:sldMkLst>
      </pc:sldChg>
      <pc:sldChg chg="addSp delSp modSp new mod modNotesTx">
        <pc:chgData name="andhika rama putra" userId="4ddcd0934760b060" providerId="LiveId" clId="{4B3952B2-B73E-4F92-922A-008273FCEFC5}" dt="2021-07-10T13:15:29.075" v="1584" actId="20577"/>
        <pc:sldMkLst>
          <pc:docMk/>
          <pc:sldMk cId="1815782857" sldId="268"/>
        </pc:sldMkLst>
        <pc:spChg chg="add del">
          <ac:chgData name="andhika rama putra" userId="4ddcd0934760b060" providerId="LiveId" clId="{4B3952B2-B73E-4F92-922A-008273FCEFC5}" dt="2021-07-10T11:56:15.520" v="738" actId="22"/>
          <ac:spMkLst>
            <pc:docMk/>
            <pc:sldMk cId="1815782857" sldId="268"/>
            <ac:spMk id="3" creationId="{2CB8AA87-3BF5-4DA0-BB53-542A084998ED}"/>
          </ac:spMkLst>
        </pc:spChg>
        <pc:spChg chg="add mod">
          <ac:chgData name="andhika rama putra" userId="4ddcd0934760b060" providerId="LiveId" clId="{4B3952B2-B73E-4F92-922A-008273FCEFC5}" dt="2021-07-10T12:41:36.585" v="1197" actId="1076"/>
          <ac:spMkLst>
            <pc:docMk/>
            <pc:sldMk cId="1815782857" sldId="268"/>
            <ac:spMk id="4" creationId="{5A89CF67-DF22-4A5C-9047-BD8BD2776D07}"/>
          </ac:spMkLst>
        </pc:spChg>
        <pc:spChg chg="add del mod">
          <ac:chgData name="andhika rama putra" userId="4ddcd0934760b060" providerId="LiveId" clId="{4B3952B2-B73E-4F92-922A-008273FCEFC5}" dt="2021-07-10T12:32:05.851" v="1129" actId="478"/>
          <ac:spMkLst>
            <pc:docMk/>
            <pc:sldMk cId="1815782857" sldId="268"/>
            <ac:spMk id="5" creationId="{04913FC1-1FA2-4D32-8FE8-C28EC7E09211}"/>
          </ac:spMkLst>
        </pc:spChg>
        <pc:spChg chg="add del mod">
          <ac:chgData name="andhika rama putra" userId="4ddcd0934760b060" providerId="LiveId" clId="{4B3952B2-B73E-4F92-922A-008273FCEFC5}" dt="2021-07-10T12:32:05.851" v="1129" actId="478"/>
          <ac:spMkLst>
            <pc:docMk/>
            <pc:sldMk cId="1815782857" sldId="268"/>
            <ac:spMk id="6" creationId="{548B8079-DA60-4C4C-A6EB-D398D80089D3}"/>
          </ac:spMkLst>
        </pc:spChg>
        <pc:spChg chg="add mod">
          <ac:chgData name="andhika rama putra" userId="4ddcd0934760b060" providerId="LiveId" clId="{4B3952B2-B73E-4F92-922A-008273FCEFC5}" dt="2021-07-10T13:07:58.575" v="1475" actId="207"/>
          <ac:spMkLst>
            <pc:docMk/>
            <pc:sldMk cId="1815782857" sldId="268"/>
            <ac:spMk id="7" creationId="{59AF20C3-1D2D-4883-9892-554AE1C5E0FF}"/>
          </ac:spMkLst>
        </pc:spChg>
        <pc:spChg chg="add del mod">
          <ac:chgData name="andhika rama putra" userId="4ddcd0934760b060" providerId="LiveId" clId="{4B3952B2-B73E-4F92-922A-008273FCEFC5}" dt="2021-07-10T12:00:43.887" v="799"/>
          <ac:spMkLst>
            <pc:docMk/>
            <pc:sldMk cId="1815782857" sldId="268"/>
            <ac:spMk id="8" creationId="{EA613A22-0F9C-4E46-99EF-AC59107C5AF1}"/>
          </ac:spMkLst>
        </pc:spChg>
        <pc:spChg chg="add del">
          <ac:chgData name="andhika rama putra" userId="4ddcd0934760b060" providerId="LiveId" clId="{4B3952B2-B73E-4F92-922A-008273FCEFC5}" dt="2021-07-10T12:00:45.128" v="801" actId="22"/>
          <ac:spMkLst>
            <pc:docMk/>
            <pc:sldMk cId="1815782857" sldId="268"/>
            <ac:spMk id="10" creationId="{00C82A9F-29D9-4BB6-A17A-22D9C73377DC}"/>
          </ac:spMkLst>
        </pc:spChg>
        <pc:spChg chg="add del mod">
          <ac:chgData name="andhika rama putra" userId="4ddcd0934760b060" providerId="LiveId" clId="{4B3952B2-B73E-4F92-922A-008273FCEFC5}" dt="2021-07-10T12:07:00.486" v="878" actId="478"/>
          <ac:spMkLst>
            <pc:docMk/>
            <pc:sldMk cId="1815782857" sldId="268"/>
            <ac:spMk id="11" creationId="{BE2732C5-28B7-4E1F-974B-E8A48047B4CF}"/>
          </ac:spMkLst>
        </pc:spChg>
        <pc:spChg chg="add del mod">
          <ac:chgData name="andhika rama putra" userId="4ddcd0934760b060" providerId="LiveId" clId="{4B3952B2-B73E-4F92-922A-008273FCEFC5}" dt="2021-07-10T12:32:03.010" v="1128"/>
          <ac:spMkLst>
            <pc:docMk/>
            <pc:sldMk cId="1815782857" sldId="268"/>
            <ac:spMk id="12" creationId="{91D54FCE-9647-4926-AA70-24851DDABFC7}"/>
          </ac:spMkLst>
        </pc:spChg>
        <pc:spChg chg="add mod">
          <ac:chgData name="andhika rama putra" userId="4ddcd0934760b060" providerId="LiveId" clId="{4B3952B2-B73E-4F92-922A-008273FCEFC5}" dt="2021-07-10T12:32:49.552" v="1140" actId="14100"/>
          <ac:spMkLst>
            <pc:docMk/>
            <pc:sldMk cId="1815782857" sldId="268"/>
            <ac:spMk id="13" creationId="{41C4D1B7-D746-4AC9-863F-C005138692FF}"/>
          </ac:spMkLst>
        </pc:spChg>
        <pc:spChg chg="add mod">
          <ac:chgData name="andhika rama putra" userId="4ddcd0934760b060" providerId="LiveId" clId="{4B3952B2-B73E-4F92-922A-008273FCEFC5}" dt="2021-07-10T12:32:46.722" v="1139" actId="14100"/>
          <ac:spMkLst>
            <pc:docMk/>
            <pc:sldMk cId="1815782857" sldId="268"/>
            <ac:spMk id="14" creationId="{0F1BCC0B-ECA1-4A3D-8904-9BC4C1549C91}"/>
          </ac:spMkLst>
        </pc:spChg>
        <pc:spChg chg="add del">
          <ac:chgData name="andhika rama putra" userId="4ddcd0934760b060" providerId="LiveId" clId="{4B3952B2-B73E-4F92-922A-008273FCEFC5}" dt="2021-07-10T12:42:35.715" v="1207" actId="22"/>
          <ac:spMkLst>
            <pc:docMk/>
            <pc:sldMk cId="1815782857" sldId="268"/>
            <ac:spMk id="17" creationId="{3E20DF57-9D41-44B7-A4EE-34FA8A6120FD}"/>
          </ac:spMkLst>
        </pc:spChg>
        <pc:spChg chg="add mod">
          <ac:chgData name="andhika rama putra" userId="4ddcd0934760b060" providerId="LiveId" clId="{4B3952B2-B73E-4F92-922A-008273FCEFC5}" dt="2021-07-10T12:45:06.796" v="1307" actId="14100"/>
          <ac:spMkLst>
            <pc:docMk/>
            <pc:sldMk cId="1815782857" sldId="268"/>
            <ac:spMk id="18" creationId="{3D9E135E-F6CE-44B4-83A6-4897D7E54BA9}"/>
          </ac:spMkLst>
        </pc:spChg>
        <pc:spChg chg="add mod">
          <ac:chgData name="andhika rama putra" userId="4ddcd0934760b060" providerId="LiveId" clId="{4B3952B2-B73E-4F92-922A-008273FCEFC5}" dt="2021-07-10T13:15:29.075" v="1584" actId="20577"/>
          <ac:spMkLst>
            <pc:docMk/>
            <pc:sldMk cId="1815782857" sldId="268"/>
            <ac:spMk id="21" creationId="{CC4D393D-6E45-4CBB-9F48-2746C34825D9}"/>
          </ac:spMkLst>
        </pc:spChg>
        <pc:spChg chg="add mod">
          <ac:chgData name="andhika rama putra" userId="4ddcd0934760b060" providerId="LiveId" clId="{4B3952B2-B73E-4F92-922A-008273FCEFC5}" dt="2021-07-10T12:54:58.856" v="1388" actId="21"/>
          <ac:spMkLst>
            <pc:docMk/>
            <pc:sldMk cId="1815782857" sldId="268"/>
            <ac:spMk id="22" creationId="{9EA8B69C-C344-464B-8A4B-A256FB5952B7}"/>
          </ac:spMkLst>
        </pc:spChg>
        <pc:picChg chg="add mod">
          <ac:chgData name="andhika rama putra" userId="4ddcd0934760b060" providerId="LiveId" clId="{4B3952B2-B73E-4F92-922A-008273FCEFC5}" dt="2021-07-10T12:45:16.592" v="1310" actId="1076"/>
          <ac:picMkLst>
            <pc:docMk/>
            <pc:sldMk cId="1815782857" sldId="268"/>
            <ac:picMk id="19" creationId="{DFF46BB1-8E6D-4D4C-80EB-68F6E7DC6A84}"/>
          </ac:picMkLst>
        </pc:picChg>
        <pc:picChg chg="add del mod">
          <ac:chgData name="andhika rama putra" userId="4ddcd0934760b060" providerId="LiveId" clId="{4B3952B2-B73E-4F92-922A-008273FCEFC5}" dt="2021-07-10T12:43:21.499" v="1298" actId="478"/>
          <ac:picMkLst>
            <pc:docMk/>
            <pc:sldMk cId="1815782857" sldId="268"/>
            <ac:picMk id="2050" creationId="{A05DAE74-199D-4379-A8AC-32DD097A7EAA}"/>
          </ac:picMkLst>
        </pc:picChg>
      </pc:sldChg>
      <pc:sldChg chg="addSp delSp modSp add mod">
        <pc:chgData name="andhika rama putra" userId="4ddcd0934760b060" providerId="LiveId" clId="{4B3952B2-B73E-4F92-922A-008273FCEFC5}" dt="2021-07-10T13:16:05.414" v="1595" actId="20577"/>
        <pc:sldMkLst>
          <pc:docMk/>
          <pc:sldMk cId="1912355157" sldId="269"/>
        </pc:sldMkLst>
        <pc:spChg chg="add del">
          <ac:chgData name="andhika rama putra" userId="4ddcd0934760b060" providerId="LiveId" clId="{4B3952B2-B73E-4F92-922A-008273FCEFC5}" dt="2021-07-10T13:12:00.293" v="1520"/>
          <ac:spMkLst>
            <pc:docMk/>
            <pc:sldMk cId="1912355157" sldId="269"/>
            <ac:spMk id="3" creationId="{3408E911-78A9-4946-9172-6364F02C84F9}"/>
          </ac:spMkLst>
        </pc:spChg>
        <pc:spChg chg="add del mod">
          <ac:chgData name="andhika rama putra" userId="4ddcd0934760b060" providerId="LiveId" clId="{4B3952B2-B73E-4F92-922A-008273FCEFC5}" dt="2021-07-10T13:12:04.558" v="1524"/>
          <ac:spMkLst>
            <pc:docMk/>
            <pc:sldMk cId="1912355157" sldId="269"/>
            <ac:spMk id="5" creationId="{85F361B7-0B5B-49C7-817D-17423BDAD7F4}"/>
          </ac:spMkLst>
        </pc:spChg>
        <pc:spChg chg="mod">
          <ac:chgData name="andhika rama putra" userId="4ddcd0934760b060" providerId="LiveId" clId="{4B3952B2-B73E-4F92-922A-008273FCEFC5}" dt="2021-07-10T13:16:05.414" v="1595" actId="20577"/>
          <ac:spMkLst>
            <pc:docMk/>
            <pc:sldMk cId="1912355157" sldId="269"/>
            <ac:spMk id="7" creationId="{59AF20C3-1D2D-4883-9892-554AE1C5E0FF}"/>
          </ac:spMkLst>
        </pc:spChg>
        <pc:spChg chg="add del">
          <ac:chgData name="andhika rama putra" userId="4ddcd0934760b060" providerId="LiveId" clId="{4B3952B2-B73E-4F92-922A-008273FCEFC5}" dt="2021-07-10T12:57:14.982" v="1400" actId="22"/>
          <ac:spMkLst>
            <pc:docMk/>
            <pc:sldMk cId="1912355157" sldId="269"/>
            <ac:spMk id="9" creationId="{F8A430BE-43D5-40AF-9BDA-BD2362BA8B99}"/>
          </ac:spMkLst>
        </pc:spChg>
        <pc:spChg chg="add del mod">
          <ac:chgData name="andhika rama putra" userId="4ddcd0934760b060" providerId="LiveId" clId="{4B3952B2-B73E-4F92-922A-008273FCEFC5}" dt="2021-07-10T13:04:43.296" v="1464" actId="478"/>
          <ac:spMkLst>
            <pc:docMk/>
            <pc:sldMk cId="1912355157" sldId="269"/>
            <ac:spMk id="10" creationId="{D3611615-2568-4630-ACDF-14148311819C}"/>
          </ac:spMkLst>
        </pc:spChg>
        <pc:spChg chg="add mod">
          <ac:chgData name="andhika rama putra" userId="4ddcd0934760b060" providerId="LiveId" clId="{4B3952B2-B73E-4F92-922A-008273FCEFC5}" dt="2021-07-10T13:14:35.286" v="1529" actId="1076"/>
          <ac:spMkLst>
            <pc:docMk/>
            <pc:sldMk cId="1912355157" sldId="269"/>
            <ac:spMk id="11" creationId="{CBC5D047-E5B0-4B36-9F8A-D43EA79EFBDC}"/>
          </ac:spMkLst>
        </pc:spChg>
        <pc:spChg chg="del mod">
          <ac:chgData name="andhika rama putra" userId="4ddcd0934760b060" providerId="LiveId" clId="{4B3952B2-B73E-4F92-922A-008273FCEFC5}" dt="2021-07-10T12:58:58.810" v="1424" actId="478"/>
          <ac:spMkLst>
            <pc:docMk/>
            <pc:sldMk cId="1912355157" sldId="269"/>
            <ac:spMk id="18" creationId="{3D9E135E-F6CE-44B4-83A6-4897D7E54BA9}"/>
          </ac:spMkLst>
        </pc:spChg>
        <pc:picChg chg="mod">
          <ac:chgData name="andhika rama putra" userId="4ddcd0934760b060" providerId="LiveId" clId="{4B3952B2-B73E-4F92-922A-008273FCEFC5}" dt="2021-07-10T13:05:56.300" v="1473" actId="1076"/>
          <ac:picMkLst>
            <pc:docMk/>
            <pc:sldMk cId="1912355157" sldId="269"/>
            <ac:picMk id="2050" creationId="{A05DAE74-199D-4379-A8AC-32DD097A7EAA}"/>
          </ac:picMkLst>
        </pc:picChg>
      </pc:sldChg>
      <pc:sldChg chg="addSp delSp modSp add mod ord delAnim">
        <pc:chgData name="andhika rama putra" userId="4ddcd0934760b060" providerId="LiveId" clId="{4B3952B2-B73E-4F92-922A-008273FCEFC5}" dt="2021-07-10T17:28:09.993" v="3531" actId="14100"/>
        <pc:sldMkLst>
          <pc:docMk/>
          <pc:sldMk cId="1216422540" sldId="270"/>
        </pc:sldMkLst>
        <pc:spChg chg="mod">
          <ac:chgData name="andhika rama putra" userId="4ddcd0934760b060" providerId="LiveId" clId="{4B3952B2-B73E-4F92-922A-008273FCEFC5}" dt="2021-07-10T17:13:58.146" v="3522" actId="1076"/>
          <ac:spMkLst>
            <pc:docMk/>
            <pc:sldMk cId="1216422540" sldId="270"/>
            <ac:spMk id="4" creationId="{00000000-0000-0000-0000-000000000000}"/>
          </ac:spMkLst>
        </pc:spChg>
        <pc:spChg chg="mod">
          <ac:chgData name="andhika rama putra" userId="4ddcd0934760b060" providerId="LiveId" clId="{4B3952B2-B73E-4F92-922A-008273FCEFC5}" dt="2021-07-10T17:13:42.835" v="3520" actId="14100"/>
          <ac:spMkLst>
            <pc:docMk/>
            <pc:sldMk cId="1216422540" sldId="270"/>
            <ac:spMk id="5" creationId="{00000000-0000-0000-0000-000000000000}"/>
          </ac:spMkLst>
        </pc:spChg>
        <pc:spChg chg="del">
          <ac:chgData name="andhika rama putra" userId="4ddcd0934760b060" providerId="LiveId" clId="{4B3952B2-B73E-4F92-922A-008273FCEFC5}" dt="2021-07-10T16:37:40.755" v="3213" actId="478"/>
          <ac:spMkLst>
            <pc:docMk/>
            <pc:sldMk cId="1216422540" sldId="270"/>
            <ac:spMk id="10" creationId="{1DBB7882-80DF-4A24-8424-D756C60585BF}"/>
          </ac:spMkLst>
        </pc:spChg>
        <pc:spChg chg="del">
          <ac:chgData name="andhika rama putra" userId="4ddcd0934760b060" providerId="LiveId" clId="{4B3952B2-B73E-4F92-922A-008273FCEFC5}" dt="2021-07-10T16:37:40.755" v="3213" actId="478"/>
          <ac:spMkLst>
            <pc:docMk/>
            <pc:sldMk cId="1216422540" sldId="270"/>
            <ac:spMk id="11" creationId="{63FB440A-6D7D-4E21-898B-71601B22E722}"/>
          </ac:spMkLst>
        </pc:spChg>
        <pc:spChg chg="add mod">
          <ac:chgData name="andhika rama putra" userId="4ddcd0934760b060" providerId="LiveId" clId="{4B3952B2-B73E-4F92-922A-008273FCEFC5}" dt="2021-07-10T16:38:10.463" v="3223" actId="14100"/>
          <ac:spMkLst>
            <pc:docMk/>
            <pc:sldMk cId="1216422540" sldId="270"/>
            <ac:spMk id="13" creationId="{B22BD441-B12B-4A02-A99A-77CF6B811A66}"/>
          </ac:spMkLst>
        </pc:spChg>
        <pc:spChg chg="add mod">
          <ac:chgData name="andhika rama putra" userId="4ddcd0934760b060" providerId="LiveId" clId="{4B3952B2-B73E-4F92-922A-008273FCEFC5}" dt="2021-07-10T17:28:09.993" v="3531" actId="14100"/>
          <ac:spMkLst>
            <pc:docMk/>
            <pc:sldMk cId="1216422540" sldId="270"/>
            <ac:spMk id="14" creationId="{3E8C4313-8FCF-4B69-8E2C-B48AC13F7149}"/>
          </ac:spMkLst>
        </pc:spChg>
        <pc:spChg chg="add mod">
          <ac:chgData name="andhika rama putra" userId="4ddcd0934760b060" providerId="LiveId" clId="{4B3952B2-B73E-4F92-922A-008273FCEFC5}" dt="2021-07-10T17:11:30.179" v="3388" actId="1076"/>
          <ac:spMkLst>
            <pc:docMk/>
            <pc:sldMk cId="1216422540" sldId="270"/>
            <ac:spMk id="16" creationId="{267967BF-1F69-41FB-9939-698F13195F22}"/>
          </ac:spMkLst>
        </pc:spChg>
        <pc:spChg chg="add del mod">
          <ac:chgData name="andhika rama putra" userId="4ddcd0934760b060" providerId="LiveId" clId="{4B3952B2-B73E-4F92-922A-008273FCEFC5}" dt="2021-07-10T16:41:11.022" v="3261"/>
          <ac:spMkLst>
            <pc:docMk/>
            <pc:sldMk cId="1216422540" sldId="270"/>
            <ac:spMk id="19" creationId="{4FCB40E3-555F-4383-B06D-D31BD4EE49C3}"/>
          </ac:spMkLst>
        </pc:spChg>
        <pc:spChg chg="del">
          <ac:chgData name="andhika rama putra" userId="4ddcd0934760b060" providerId="LiveId" clId="{4B3952B2-B73E-4F92-922A-008273FCEFC5}" dt="2021-07-10T16:38:31.951" v="3246" actId="478"/>
          <ac:spMkLst>
            <pc:docMk/>
            <pc:sldMk cId="1216422540" sldId="270"/>
            <ac:spMk id="20" creationId="{8999703B-3449-40F9-8E45-0EB26562F473}"/>
          </ac:spMkLst>
        </pc:spChg>
        <pc:spChg chg="add del mod">
          <ac:chgData name="andhika rama putra" userId="4ddcd0934760b060" providerId="LiveId" clId="{4B3952B2-B73E-4F92-922A-008273FCEFC5}" dt="2021-07-10T16:41:11.022" v="3261"/>
          <ac:spMkLst>
            <pc:docMk/>
            <pc:sldMk cId="1216422540" sldId="270"/>
            <ac:spMk id="23" creationId="{098A1751-49EF-4FAD-855D-83D31869D666}"/>
          </ac:spMkLst>
        </pc:spChg>
        <pc:spChg chg="add del mod">
          <ac:chgData name="andhika rama putra" userId="4ddcd0934760b060" providerId="LiveId" clId="{4B3952B2-B73E-4F92-922A-008273FCEFC5}" dt="2021-07-10T16:41:11.022" v="3261"/>
          <ac:spMkLst>
            <pc:docMk/>
            <pc:sldMk cId="1216422540" sldId="270"/>
            <ac:spMk id="24" creationId="{1C084C83-543F-4910-984A-3E789E4DB4E1}"/>
          </ac:spMkLst>
        </pc:spChg>
        <pc:spChg chg="add del mod">
          <ac:chgData name="andhika rama putra" userId="4ddcd0934760b060" providerId="LiveId" clId="{4B3952B2-B73E-4F92-922A-008273FCEFC5}" dt="2021-07-10T16:41:11.022" v="3261"/>
          <ac:spMkLst>
            <pc:docMk/>
            <pc:sldMk cId="1216422540" sldId="270"/>
            <ac:spMk id="25" creationId="{9075B93F-9386-41D0-B897-8F6DD08C4F46}"/>
          </ac:spMkLst>
        </pc:spChg>
        <pc:spChg chg="mod">
          <ac:chgData name="andhika rama putra" userId="4ddcd0934760b060" providerId="LiveId" clId="{4B3952B2-B73E-4F92-922A-008273FCEFC5}" dt="2021-07-10T16:41:08.547" v="3260"/>
          <ac:spMkLst>
            <pc:docMk/>
            <pc:sldMk cId="1216422540" sldId="270"/>
            <ac:spMk id="28" creationId="{EBA1BBC1-3A29-42E7-9364-B096E2082E17}"/>
          </ac:spMkLst>
        </pc:spChg>
        <pc:spChg chg="del mod">
          <ac:chgData name="andhika rama putra" userId="4ddcd0934760b060" providerId="LiveId" clId="{4B3952B2-B73E-4F92-922A-008273FCEFC5}" dt="2021-07-10T16:38:59.721" v="3254" actId="478"/>
          <ac:spMkLst>
            <pc:docMk/>
            <pc:sldMk cId="1216422540" sldId="270"/>
            <ac:spMk id="30" creationId="{5979AFE5-DF77-4A8E-9041-1090801DD3E4}"/>
          </ac:spMkLst>
        </pc:spChg>
        <pc:spChg chg="del">
          <ac:chgData name="andhika rama putra" userId="4ddcd0934760b060" providerId="LiveId" clId="{4B3952B2-B73E-4F92-922A-008273FCEFC5}" dt="2021-07-10T16:38:34.397" v="3247" actId="478"/>
          <ac:spMkLst>
            <pc:docMk/>
            <pc:sldMk cId="1216422540" sldId="270"/>
            <ac:spMk id="34" creationId="{FD77DF0D-4412-4483-A749-12889A96440E}"/>
          </ac:spMkLst>
        </pc:spChg>
        <pc:spChg chg="del">
          <ac:chgData name="andhika rama putra" userId="4ddcd0934760b060" providerId="LiveId" clId="{4B3952B2-B73E-4F92-922A-008273FCEFC5}" dt="2021-07-10T16:38:34.397" v="3247" actId="478"/>
          <ac:spMkLst>
            <pc:docMk/>
            <pc:sldMk cId="1216422540" sldId="270"/>
            <ac:spMk id="35" creationId="{AA7ABE29-CE5F-4F46-BFA6-A7DA5230F193}"/>
          </ac:spMkLst>
        </pc:spChg>
        <pc:spChg chg="add del mod">
          <ac:chgData name="andhika rama putra" userId="4ddcd0934760b060" providerId="LiveId" clId="{4B3952B2-B73E-4F92-922A-008273FCEFC5}" dt="2021-07-10T16:41:11.022" v="3261"/>
          <ac:spMkLst>
            <pc:docMk/>
            <pc:sldMk cId="1216422540" sldId="270"/>
            <ac:spMk id="37" creationId="{CA704848-23CF-4C70-9FB1-5D32798FC3CD}"/>
          </ac:spMkLst>
        </pc:spChg>
        <pc:spChg chg="add del mod">
          <ac:chgData name="andhika rama putra" userId="4ddcd0934760b060" providerId="LiveId" clId="{4B3952B2-B73E-4F92-922A-008273FCEFC5}" dt="2021-07-10T16:41:13.948" v="3263"/>
          <ac:spMkLst>
            <pc:docMk/>
            <pc:sldMk cId="1216422540" sldId="270"/>
            <ac:spMk id="41" creationId="{49D0CB2B-F0A2-4985-BA57-888ACF6E1D90}"/>
          </ac:spMkLst>
        </pc:spChg>
        <pc:spChg chg="add del mod">
          <ac:chgData name="andhika rama putra" userId="4ddcd0934760b060" providerId="LiveId" clId="{4B3952B2-B73E-4F92-922A-008273FCEFC5}" dt="2021-07-10T16:41:13.948" v="3263"/>
          <ac:spMkLst>
            <pc:docMk/>
            <pc:sldMk cId="1216422540" sldId="270"/>
            <ac:spMk id="44" creationId="{D2C02D89-78C1-4B30-961E-B82FC21ABF7B}"/>
          </ac:spMkLst>
        </pc:spChg>
        <pc:spChg chg="add del mod">
          <ac:chgData name="andhika rama putra" userId="4ddcd0934760b060" providerId="LiveId" clId="{4B3952B2-B73E-4F92-922A-008273FCEFC5}" dt="2021-07-10T16:41:13.948" v="3263"/>
          <ac:spMkLst>
            <pc:docMk/>
            <pc:sldMk cId="1216422540" sldId="270"/>
            <ac:spMk id="45" creationId="{FA5DBF5E-96EE-4507-9B4E-BB51E4627C32}"/>
          </ac:spMkLst>
        </pc:spChg>
        <pc:spChg chg="add del mod">
          <ac:chgData name="andhika rama putra" userId="4ddcd0934760b060" providerId="LiveId" clId="{4B3952B2-B73E-4F92-922A-008273FCEFC5}" dt="2021-07-10T16:41:13.948" v="3263"/>
          <ac:spMkLst>
            <pc:docMk/>
            <pc:sldMk cId="1216422540" sldId="270"/>
            <ac:spMk id="46" creationId="{DDBD9B65-6F36-4F18-B9AE-36A080761621}"/>
          </ac:spMkLst>
        </pc:spChg>
        <pc:spChg chg="mod">
          <ac:chgData name="andhika rama putra" userId="4ddcd0934760b060" providerId="LiveId" clId="{4B3952B2-B73E-4F92-922A-008273FCEFC5}" dt="2021-07-10T16:41:11.866" v="3262"/>
          <ac:spMkLst>
            <pc:docMk/>
            <pc:sldMk cId="1216422540" sldId="270"/>
            <ac:spMk id="49" creationId="{E92C88AF-A80A-4867-A84B-E22031A58E14}"/>
          </ac:spMkLst>
        </pc:spChg>
        <pc:spChg chg="add del mod">
          <ac:chgData name="andhika rama putra" userId="4ddcd0934760b060" providerId="LiveId" clId="{4B3952B2-B73E-4F92-922A-008273FCEFC5}" dt="2021-07-10T16:41:13.948" v="3263"/>
          <ac:spMkLst>
            <pc:docMk/>
            <pc:sldMk cId="1216422540" sldId="270"/>
            <ac:spMk id="52" creationId="{60B1AD9D-16AE-44D5-AA72-1CF1F651F5EC}"/>
          </ac:spMkLst>
        </pc:spChg>
        <pc:spChg chg="add del mod">
          <ac:chgData name="andhika rama putra" userId="4ddcd0934760b060" providerId="LiveId" clId="{4B3952B2-B73E-4F92-922A-008273FCEFC5}" dt="2021-07-10T16:41:45.723" v="3269"/>
          <ac:spMkLst>
            <pc:docMk/>
            <pc:sldMk cId="1216422540" sldId="270"/>
            <ac:spMk id="56" creationId="{EE82A2E7-D903-48CF-BFC6-6CC7F6EEE6A6}"/>
          </ac:spMkLst>
        </pc:spChg>
        <pc:spChg chg="add del mod">
          <ac:chgData name="andhika rama putra" userId="4ddcd0934760b060" providerId="LiveId" clId="{4B3952B2-B73E-4F92-922A-008273FCEFC5}" dt="2021-07-10T16:41:45.723" v="3269"/>
          <ac:spMkLst>
            <pc:docMk/>
            <pc:sldMk cId="1216422540" sldId="270"/>
            <ac:spMk id="59" creationId="{6F4EA2C5-9194-478C-BFB0-5A4FBEC41EBB}"/>
          </ac:spMkLst>
        </pc:spChg>
        <pc:spChg chg="add del mod">
          <ac:chgData name="andhika rama putra" userId="4ddcd0934760b060" providerId="LiveId" clId="{4B3952B2-B73E-4F92-922A-008273FCEFC5}" dt="2021-07-10T16:41:45.723" v="3269"/>
          <ac:spMkLst>
            <pc:docMk/>
            <pc:sldMk cId="1216422540" sldId="270"/>
            <ac:spMk id="60" creationId="{33CA1C7A-BB24-4369-9743-A6CF3A48712A}"/>
          </ac:spMkLst>
        </pc:spChg>
        <pc:spChg chg="add del mod">
          <ac:chgData name="andhika rama putra" userId="4ddcd0934760b060" providerId="LiveId" clId="{4B3952B2-B73E-4F92-922A-008273FCEFC5}" dt="2021-07-10T16:41:45.723" v="3269"/>
          <ac:spMkLst>
            <pc:docMk/>
            <pc:sldMk cId="1216422540" sldId="270"/>
            <ac:spMk id="61" creationId="{900535E3-AA3D-414E-91D8-9984B6D4770D}"/>
          </ac:spMkLst>
        </pc:spChg>
        <pc:spChg chg="mod">
          <ac:chgData name="andhika rama putra" userId="4ddcd0934760b060" providerId="LiveId" clId="{4B3952B2-B73E-4F92-922A-008273FCEFC5}" dt="2021-07-10T16:41:45.135" v="3268" actId="1076"/>
          <ac:spMkLst>
            <pc:docMk/>
            <pc:sldMk cId="1216422540" sldId="270"/>
            <ac:spMk id="64" creationId="{98D30206-34CD-4945-8B39-69E26224D646}"/>
          </ac:spMkLst>
        </pc:spChg>
        <pc:spChg chg="add del mod">
          <ac:chgData name="andhika rama putra" userId="4ddcd0934760b060" providerId="LiveId" clId="{4B3952B2-B73E-4F92-922A-008273FCEFC5}" dt="2021-07-10T16:41:45.723" v="3269"/>
          <ac:spMkLst>
            <pc:docMk/>
            <pc:sldMk cId="1216422540" sldId="270"/>
            <ac:spMk id="67" creationId="{95C12DD7-7E88-4D50-B40E-6A1DF93F9020}"/>
          </ac:spMkLst>
        </pc:spChg>
        <pc:grpChg chg="add del mod">
          <ac:chgData name="andhika rama putra" userId="4ddcd0934760b060" providerId="LiveId" clId="{4B3952B2-B73E-4F92-922A-008273FCEFC5}" dt="2021-07-10T16:41:11.022" v="3261"/>
          <ac:grpSpMkLst>
            <pc:docMk/>
            <pc:sldMk cId="1216422540" sldId="270"/>
            <ac:grpSpMk id="26" creationId="{7141F07B-20F0-43E2-A3AA-4A6A9916DC5A}"/>
          </ac:grpSpMkLst>
        </pc:grpChg>
        <pc:grpChg chg="add del mod">
          <ac:chgData name="andhika rama putra" userId="4ddcd0934760b060" providerId="LiveId" clId="{4B3952B2-B73E-4F92-922A-008273FCEFC5}" dt="2021-07-10T16:41:13.948" v="3263"/>
          <ac:grpSpMkLst>
            <pc:docMk/>
            <pc:sldMk cId="1216422540" sldId="270"/>
            <ac:grpSpMk id="47" creationId="{A6585302-6D3C-4F98-BCBE-1698F3EFC528}"/>
          </ac:grpSpMkLst>
        </pc:grpChg>
        <pc:grpChg chg="add del mod">
          <ac:chgData name="andhika rama putra" userId="4ddcd0934760b060" providerId="LiveId" clId="{4B3952B2-B73E-4F92-922A-008273FCEFC5}" dt="2021-07-10T16:41:45.723" v="3269"/>
          <ac:grpSpMkLst>
            <pc:docMk/>
            <pc:sldMk cId="1216422540" sldId="270"/>
            <ac:grpSpMk id="62" creationId="{6E14F1D5-6522-4627-AF3B-5AE75D80CCEE}"/>
          </ac:grpSpMkLst>
        </pc:grpChg>
        <pc:picChg chg="add mod ord">
          <ac:chgData name="andhika rama putra" userId="4ddcd0934760b060" providerId="LiveId" clId="{4B3952B2-B73E-4F92-922A-008273FCEFC5}" dt="2021-07-10T17:10:38.503" v="3378" actId="1076"/>
          <ac:picMkLst>
            <pc:docMk/>
            <pc:sldMk cId="1216422540" sldId="270"/>
            <ac:picMk id="8" creationId="{E0326715-5A80-4B08-B55F-9E125C5C850A}"/>
          </ac:picMkLst>
        </pc:picChg>
        <pc:picChg chg="add del mod">
          <ac:chgData name="andhika rama putra" userId="4ddcd0934760b060" providerId="LiveId" clId="{4B3952B2-B73E-4F92-922A-008273FCEFC5}" dt="2021-07-10T16:41:11.022" v="3261"/>
          <ac:picMkLst>
            <pc:docMk/>
            <pc:sldMk cId="1216422540" sldId="270"/>
            <ac:picMk id="17" creationId="{DE0F887F-E276-4BC6-ABC4-E0D56E11DD37}"/>
          </ac:picMkLst>
        </pc:picChg>
        <pc:picChg chg="add del mod">
          <ac:chgData name="andhika rama putra" userId="4ddcd0934760b060" providerId="LiveId" clId="{4B3952B2-B73E-4F92-922A-008273FCEFC5}" dt="2021-07-10T16:41:11.022" v="3261"/>
          <ac:picMkLst>
            <pc:docMk/>
            <pc:sldMk cId="1216422540" sldId="270"/>
            <ac:picMk id="18" creationId="{CD6E0277-84BC-4107-967B-50BE723DEBDD}"/>
          </ac:picMkLst>
        </pc:picChg>
        <pc:picChg chg="mod">
          <ac:chgData name="andhika rama putra" userId="4ddcd0934760b060" providerId="LiveId" clId="{4B3952B2-B73E-4F92-922A-008273FCEFC5}" dt="2021-07-10T16:41:08.547" v="3260"/>
          <ac:picMkLst>
            <pc:docMk/>
            <pc:sldMk cId="1216422540" sldId="270"/>
            <ac:picMk id="27" creationId="{850AB717-BB09-4AFE-B9D1-4955A0571F55}"/>
          </ac:picMkLst>
        </pc:picChg>
        <pc:picChg chg="mod">
          <ac:chgData name="andhika rama putra" userId="4ddcd0934760b060" providerId="LiveId" clId="{4B3952B2-B73E-4F92-922A-008273FCEFC5}" dt="2021-07-10T16:41:08.547" v="3260"/>
          <ac:picMkLst>
            <pc:docMk/>
            <pc:sldMk cId="1216422540" sldId="270"/>
            <ac:picMk id="29" creationId="{D22A157E-F903-45F1-B129-18F21B7E52C5}"/>
          </ac:picMkLst>
        </pc:picChg>
        <pc:picChg chg="del">
          <ac:chgData name="andhika rama putra" userId="4ddcd0934760b060" providerId="LiveId" clId="{4B3952B2-B73E-4F92-922A-008273FCEFC5}" dt="2021-07-10T16:38:56.222" v="3253" actId="478"/>
          <ac:picMkLst>
            <pc:docMk/>
            <pc:sldMk cId="1216422540" sldId="270"/>
            <ac:picMk id="31" creationId="{F339856D-BE76-413F-A5CD-F852AF413C52}"/>
          </ac:picMkLst>
        </pc:picChg>
        <pc:picChg chg="del">
          <ac:chgData name="andhika rama putra" userId="4ddcd0934760b060" providerId="LiveId" clId="{4B3952B2-B73E-4F92-922A-008273FCEFC5}" dt="2021-07-10T16:38:56.222" v="3253" actId="478"/>
          <ac:picMkLst>
            <pc:docMk/>
            <pc:sldMk cId="1216422540" sldId="270"/>
            <ac:picMk id="32" creationId="{550C69FE-46A2-4254-AA18-C1EF07B628E0}"/>
          </ac:picMkLst>
        </pc:picChg>
        <pc:picChg chg="del">
          <ac:chgData name="andhika rama putra" userId="4ddcd0934760b060" providerId="LiveId" clId="{4B3952B2-B73E-4F92-922A-008273FCEFC5}" dt="2021-07-10T16:38:56.222" v="3253" actId="478"/>
          <ac:picMkLst>
            <pc:docMk/>
            <pc:sldMk cId="1216422540" sldId="270"/>
            <ac:picMk id="33" creationId="{0E4AD44C-0091-41B5-A8A0-2454028A8711}"/>
          </ac:picMkLst>
        </pc:picChg>
        <pc:picChg chg="add del mod">
          <ac:chgData name="andhika rama putra" userId="4ddcd0934760b060" providerId="LiveId" clId="{4B3952B2-B73E-4F92-922A-008273FCEFC5}" dt="2021-07-10T16:41:11.022" v="3261"/>
          <ac:picMkLst>
            <pc:docMk/>
            <pc:sldMk cId="1216422540" sldId="270"/>
            <ac:picMk id="36" creationId="{63409C20-0459-43B9-B21E-B6B19B08D1A2}"/>
          </ac:picMkLst>
        </pc:picChg>
        <pc:picChg chg="add del mod">
          <ac:chgData name="andhika rama putra" userId="4ddcd0934760b060" providerId="LiveId" clId="{4B3952B2-B73E-4F92-922A-008273FCEFC5}" dt="2021-07-10T16:41:11.022" v="3261"/>
          <ac:picMkLst>
            <pc:docMk/>
            <pc:sldMk cId="1216422540" sldId="270"/>
            <ac:picMk id="38" creationId="{5EB62302-5307-4C92-9ECE-E4148CCB3E04}"/>
          </ac:picMkLst>
        </pc:picChg>
        <pc:picChg chg="add del mod">
          <ac:chgData name="andhika rama putra" userId="4ddcd0934760b060" providerId="LiveId" clId="{4B3952B2-B73E-4F92-922A-008273FCEFC5}" dt="2021-07-10T16:41:13.948" v="3263"/>
          <ac:picMkLst>
            <pc:docMk/>
            <pc:sldMk cId="1216422540" sldId="270"/>
            <ac:picMk id="39" creationId="{7A031994-3531-44F4-B1D5-6A30E4E135FB}"/>
          </ac:picMkLst>
        </pc:picChg>
        <pc:picChg chg="add del mod">
          <ac:chgData name="andhika rama putra" userId="4ddcd0934760b060" providerId="LiveId" clId="{4B3952B2-B73E-4F92-922A-008273FCEFC5}" dt="2021-07-10T16:41:13.948" v="3263"/>
          <ac:picMkLst>
            <pc:docMk/>
            <pc:sldMk cId="1216422540" sldId="270"/>
            <ac:picMk id="40" creationId="{A5226351-4986-40C0-BE2D-A43F4A07EA6A}"/>
          </ac:picMkLst>
        </pc:picChg>
        <pc:picChg chg="mod">
          <ac:chgData name="andhika rama putra" userId="4ddcd0934760b060" providerId="LiveId" clId="{4B3952B2-B73E-4F92-922A-008273FCEFC5}" dt="2021-07-10T16:41:11.866" v="3262"/>
          <ac:picMkLst>
            <pc:docMk/>
            <pc:sldMk cId="1216422540" sldId="270"/>
            <ac:picMk id="48" creationId="{489EF51E-2F6D-4797-8C5F-271D88C8F4E8}"/>
          </ac:picMkLst>
        </pc:picChg>
        <pc:picChg chg="mod">
          <ac:chgData name="andhika rama putra" userId="4ddcd0934760b060" providerId="LiveId" clId="{4B3952B2-B73E-4F92-922A-008273FCEFC5}" dt="2021-07-10T16:41:11.866" v="3262"/>
          <ac:picMkLst>
            <pc:docMk/>
            <pc:sldMk cId="1216422540" sldId="270"/>
            <ac:picMk id="50" creationId="{CAD24352-3FD8-4FD4-BA10-187FA7EB9EF7}"/>
          </ac:picMkLst>
        </pc:picChg>
        <pc:picChg chg="add del mod">
          <ac:chgData name="andhika rama putra" userId="4ddcd0934760b060" providerId="LiveId" clId="{4B3952B2-B73E-4F92-922A-008273FCEFC5}" dt="2021-07-10T16:41:13.948" v="3263"/>
          <ac:picMkLst>
            <pc:docMk/>
            <pc:sldMk cId="1216422540" sldId="270"/>
            <ac:picMk id="51" creationId="{59C332C1-0EA9-47D7-B8AC-D5808B8A8035}"/>
          </ac:picMkLst>
        </pc:picChg>
        <pc:picChg chg="add del mod">
          <ac:chgData name="andhika rama putra" userId="4ddcd0934760b060" providerId="LiveId" clId="{4B3952B2-B73E-4F92-922A-008273FCEFC5}" dt="2021-07-10T16:41:13.948" v="3263"/>
          <ac:picMkLst>
            <pc:docMk/>
            <pc:sldMk cId="1216422540" sldId="270"/>
            <ac:picMk id="53" creationId="{389B7F43-FD2D-4DE6-9CA9-8F7610A48728}"/>
          </ac:picMkLst>
        </pc:picChg>
        <pc:picChg chg="add del mod">
          <ac:chgData name="andhika rama putra" userId="4ddcd0934760b060" providerId="LiveId" clId="{4B3952B2-B73E-4F92-922A-008273FCEFC5}" dt="2021-07-10T16:41:45.723" v="3269"/>
          <ac:picMkLst>
            <pc:docMk/>
            <pc:sldMk cId="1216422540" sldId="270"/>
            <ac:picMk id="54" creationId="{2C726F6C-17A7-4A34-A5CF-14111ED38CEC}"/>
          </ac:picMkLst>
        </pc:picChg>
        <pc:picChg chg="add del mod">
          <ac:chgData name="andhika rama putra" userId="4ddcd0934760b060" providerId="LiveId" clId="{4B3952B2-B73E-4F92-922A-008273FCEFC5}" dt="2021-07-10T16:41:45.723" v="3269"/>
          <ac:picMkLst>
            <pc:docMk/>
            <pc:sldMk cId="1216422540" sldId="270"/>
            <ac:picMk id="55" creationId="{2DBA3BBD-467F-4238-8708-EA4881E0E58E}"/>
          </ac:picMkLst>
        </pc:picChg>
        <pc:picChg chg="mod">
          <ac:chgData name="andhika rama putra" userId="4ddcd0934760b060" providerId="LiveId" clId="{4B3952B2-B73E-4F92-922A-008273FCEFC5}" dt="2021-07-10T16:41:45.135" v="3268" actId="1076"/>
          <ac:picMkLst>
            <pc:docMk/>
            <pc:sldMk cId="1216422540" sldId="270"/>
            <ac:picMk id="63" creationId="{B9FA8228-7B31-4860-88AD-7471D2091B20}"/>
          </ac:picMkLst>
        </pc:picChg>
        <pc:picChg chg="mod">
          <ac:chgData name="andhika rama putra" userId="4ddcd0934760b060" providerId="LiveId" clId="{4B3952B2-B73E-4F92-922A-008273FCEFC5}" dt="2021-07-10T16:41:45.135" v="3268" actId="1076"/>
          <ac:picMkLst>
            <pc:docMk/>
            <pc:sldMk cId="1216422540" sldId="270"/>
            <ac:picMk id="65" creationId="{35266D75-4ACB-4999-A6E1-AC1945E110EA}"/>
          </ac:picMkLst>
        </pc:picChg>
        <pc:picChg chg="add del mod">
          <ac:chgData name="andhika rama putra" userId="4ddcd0934760b060" providerId="LiveId" clId="{4B3952B2-B73E-4F92-922A-008273FCEFC5}" dt="2021-07-10T16:41:45.723" v="3269"/>
          <ac:picMkLst>
            <pc:docMk/>
            <pc:sldMk cId="1216422540" sldId="270"/>
            <ac:picMk id="66" creationId="{D70020ED-CF43-4DBB-9900-555C7DEE8622}"/>
          </ac:picMkLst>
        </pc:picChg>
        <pc:picChg chg="add del mod">
          <ac:chgData name="andhika rama putra" userId="4ddcd0934760b060" providerId="LiveId" clId="{4B3952B2-B73E-4F92-922A-008273FCEFC5}" dt="2021-07-10T16:41:45.723" v="3269"/>
          <ac:picMkLst>
            <pc:docMk/>
            <pc:sldMk cId="1216422540" sldId="270"/>
            <ac:picMk id="68" creationId="{EA45D541-BE53-45E1-B7BA-7E7084B43C50}"/>
          </ac:picMkLst>
        </pc:picChg>
        <pc:cxnChg chg="add del mod">
          <ac:chgData name="andhika rama putra" userId="4ddcd0934760b060" providerId="LiveId" clId="{4B3952B2-B73E-4F92-922A-008273FCEFC5}" dt="2021-07-10T16:41:11.022" v="3261"/>
          <ac:cxnSpMkLst>
            <pc:docMk/>
            <pc:sldMk cId="1216422540" sldId="270"/>
            <ac:cxnSpMk id="21" creationId="{542F3F7C-8EAD-4552-805E-3282AF064296}"/>
          </ac:cxnSpMkLst>
        </pc:cxnChg>
        <pc:cxnChg chg="add del mod">
          <ac:chgData name="andhika rama putra" userId="4ddcd0934760b060" providerId="LiveId" clId="{4B3952B2-B73E-4F92-922A-008273FCEFC5}" dt="2021-07-10T16:41:11.022" v="3261"/>
          <ac:cxnSpMkLst>
            <pc:docMk/>
            <pc:sldMk cId="1216422540" sldId="270"/>
            <ac:cxnSpMk id="22" creationId="{953BD0D5-DFF9-4CBA-996D-B71C80322D62}"/>
          </ac:cxnSpMkLst>
        </pc:cxnChg>
        <pc:cxnChg chg="add del mod">
          <ac:chgData name="andhika rama putra" userId="4ddcd0934760b060" providerId="LiveId" clId="{4B3952B2-B73E-4F92-922A-008273FCEFC5}" dt="2021-07-10T16:41:13.948" v="3263"/>
          <ac:cxnSpMkLst>
            <pc:docMk/>
            <pc:sldMk cId="1216422540" sldId="270"/>
            <ac:cxnSpMk id="42" creationId="{C396DCE6-605C-418E-BC7C-5E25F39F6D51}"/>
          </ac:cxnSpMkLst>
        </pc:cxnChg>
        <pc:cxnChg chg="add del mod">
          <ac:chgData name="andhika rama putra" userId="4ddcd0934760b060" providerId="LiveId" clId="{4B3952B2-B73E-4F92-922A-008273FCEFC5}" dt="2021-07-10T16:41:13.948" v="3263"/>
          <ac:cxnSpMkLst>
            <pc:docMk/>
            <pc:sldMk cId="1216422540" sldId="270"/>
            <ac:cxnSpMk id="43" creationId="{A645A72A-9BAE-4003-80F7-3A94E1F63EE2}"/>
          </ac:cxnSpMkLst>
        </pc:cxnChg>
        <pc:cxnChg chg="add del mod">
          <ac:chgData name="andhika rama putra" userId="4ddcd0934760b060" providerId="LiveId" clId="{4B3952B2-B73E-4F92-922A-008273FCEFC5}" dt="2021-07-10T16:41:45.723" v="3269"/>
          <ac:cxnSpMkLst>
            <pc:docMk/>
            <pc:sldMk cId="1216422540" sldId="270"/>
            <ac:cxnSpMk id="57" creationId="{F3F7A748-7852-4A73-AE29-5EEFBCC7168F}"/>
          </ac:cxnSpMkLst>
        </pc:cxnChg>
        <pc:cxnChg chg="add del mod">
          <ac:chgData name="andhika rama putra" userId="4ddcd0934760b060" providerId="LiveId" clId="{4B3952B2-B73E-4F92-922A-008273FCEFC5}" dt="2021-07-10T16:41:45.723" v="3269"/>
          <ac:cxnSpMkLst>
            <pc:docMk/>
            <pc:sldMk cId="1216422540" sldId="270"/>
            <ac:cxnSpMk id="58" creationId="{080DAACD-31A3-46A9-BDD7-2D1F4B40416E}"/>
          </ac:cxnSpMkLst>
        </pc:cxnChg>
      </pc:sldChg>
      <pc:sldChg chg="addSp delSp modSp add del mod">
        <pc:chgData name="andhika rama putra" userId="4ddcd0934760b060" providerId="LiveId" clId="{4B3952B2-B73E-4F92-922A-008273FCEFC5}" dt="2021-07-10T14:41:52.417" v="2666" actId="2696"/>
        <pc:sldMkLst>
          <pc:docMk/>
          <pc:sldMk cId="3234484672" sldId="270"/>
        </pc:sldMkLst>
        <pc:spChg chg="add mod">
          <ac:chgData name="andhika rama putra" userId="4ddcd0934760b060" providerId="LiveId" clId="{4B3952B2-B73E-4F92-922A-008273FCEFC5}" dt="2021-07-10T14:40:38.158" v="2653" actId="1076"/>
          <ac:spMkLst>
            <pc:docMk/>
            <pc:sldMk cId="3234484672" sldId="270"/>
            <ac:spMk id="9" creationId="{5373292E-3DE1-4105-B91F-AFFA7DC83096}"/>
          </ac:spMkLst>
        </pc:spChg>
        <pc:picChg chg="del">
          <ac:chgData name="andhika rama putra" userId="4ddcd0934760b060" providerId="LiveId" clId="{4B3952B2-B73E-4F92-922A-008273FCEFC5}" dt="2021-07-10T14:40:46.458" v="2655" actId="21"/>
          <ac:picMkLst>
            <pc:docMk/>
            <pc:sldMk cId="3234484672" sldId="270"/>
            <ac:picMk id="5122" creationId="{E605825E-8A2F-4354-B367-349C95D1EBDB}"/>
          </ac:picMkLst>
        </pc:picChg>
      </pc:sldChg>
      <pc:sldChg chg="addSp modSp new mod">
        <pc:chgData name="andhika rama putra" userId="4ddcd0934760b060" providerId="LiveId" clId="{4B3952B2-B73E-4F92-922A-008273FCEFC5}" dt="2021-07-10T16:45:11.181" v="3329" actId="1076"/>
        <pc:sldMkLst>
          <pc:docMk/>
          <pc:sldMk cId="2994602408" sldId="271"/>
        </pc:sldMkLst>
        <pc:picChg chg="add mod">
          <ac:chgData name="andhika rama putra" userId="4ddcd0934760b060" providerId="LiveId" clId="{4B3952B2-B73E-4F92-922A-008273FCEFC5}" dt="2021-07-10T16:45:11.181" v="3329" actId="1076"/>
          <ac:picMkLst>
            <pc:docMk/>
            <pc:sldMk cId="2994602408" sldId="271"/>
            <ac:picMk id="2" creationId="{4ADC47FB-2628-463D-9A82-43CBAF33DDD9}"/>
          </ac:picMkLst>
        </pc:picChg>
      </pc:sldChg>
      <pc:sldChg chg="addSp modSp new mod ord">
        <pc:chgData name="andhika rama putra" userId="4ddcd0934760b060" providerId="LiveId" clId="{4B3952B2-B73E-4F92-922A-008273FCEFC5}" dt="2021-07-10T17:04:29.038" v="3357" actId="1076"/>
        <pc:sldMkLst>
          <pc:docMk/>
          <pc:sldMk cId="3972872474" sldId="272"/>
        </pc:sldMkLst>
        <pc:spChg chg="add mod">
          <ac:chgData name="andhika rama putra" userId="4ddcd0934760b060" providerId="LiveId" clId="{4B3952B2-B73E-4F92-922A-008273FCEFC5}" dt="2021-07-10T17:04:29.038" v="3357" actId="1076"/>
          <ac:spMkLst>
            <pc:docMk/>
            <pc:sldMk cId="3972872474" sldId="272"/>
            <ac:spMk id="5" creationId="{0C0C8C68-5140-4F11-ADAF-9B823678D2BC}"/>
          </ac:spMkLst>
        </pc:spChg>
        <pc:picChg chg="add mod">
          <ac:chgData name="andhika rama putra" userId="4ddcd0934760b060" providerId="LiveId" clId="{4B3952B2-B73E-4F92-922A-008273FCEFC5}" dt="2021-07-10T17:03:12.770" v="3340" actId="1076"/>
          <ac:picMkLst>
            <pc:docMk/>
            <pc:sldMk cId="3972872474" sldId="272"/>
            <ac:picMk id="3" creationId="{26F1D391-C566-4DED-BBCE-A52481F59B97}"/>
          </ac:picMkLst>
        </pc:picChg>
      </pc:sldChg>
      <pc:sldChg chg="addSp modSp new mod">
        <pc:chgData name="andhika rama putra" userId="4ddcd0934760b060" providerId="LiveId" clId="{4B3952B2-B73E-4F92-922A-008273FCEFC5}" dt="2021-07-10T18:06:22.691" v="4802" actId="20577"/>
        <pc:sldMkLst>
          <pc:docMk/>
          <pc:sldMk cId="3943111492" sldId="273"/>
        </pc:sldMkLst>
        <pc:spChg chg="add mod">
          <ac:chgData name="andhika rama putra" userId="4ddcd0934760b060" providerId="LiveId" clId="{4B3952B2-B73E-4F92-922A-008273FCEFC5}" dt="2021-07-10T17:27:53.759" v="3529" actId="14100"/>
          <ac:spMkLst>
            <pc:docMk/>
            <pc:sldMk cId="3943111492" sldId="273"/>
            <ac:spMk id="2" creationId="{EA139EDD-7B69-4375-9690-5D9B8BFC4769}"/>
          </ac:spMkLst>
        </pc:spChg>
        <pc:spChg chg="add mod">
          <ac:chgData name="andhika rama putra" userId="4ddcd0934760b060" providerId="LiveId" clId="{4B3952B2-B73E-4F92-922A-008273FCEFC5}" dt="2021-07-10T17:27:42.854" v="3526" actId="14100"/>
          <ac:spMkLst>
            <pc:docMk/>
            <pc:sldMk cId="3943111492" sldId="273"/>
            <ac:spMk id="3" creationId="{A9317250-E52D-4572-BD03-F2745B8E3624}"/>
          </ac:spMkLst>
        </pc:spChg>
        <pc:spChg chg="add mod">
          <ac:chgData name="andhika rama putra" userId="4ddcd0934760b060" providerId="LiveId" clId="{4B3952B2-B73E-4F92-922A-008273FCEFC5}" dt="2021-07-10T17:58:33.618" v="4553" actId="1076"/>
          <ac:spMkLst>
            <pc:docMk/>
            <pc:sldMk cId="3943111492" sldId="273"/>
            <ac:spMk id="4" creationId="{937BC6DA-592F-407B-9FDE-9B985377DC13}"/>
          </ac:spMkLst>
        </pc:spChg>
        <pc:spChg chg="add mod">
          <ac:chgData name="andhika rama putra" userId="4ddcd0934760b060" providerId="LiveId" clId="{4B3952B2-B73E-4F92-922A-008273FCEFC5}" dt="2021-07-10T17:57:43.299" v="4547" actId="1076"/>
          <ac:spMkLst>
            <pc:docMk/>
            <pc:sldMk cId="3943111492" sldId="273"/>
            <ac:spMk id="5" creationId="{AF682898-52A6-45C5-A792-E8696E4838C2}"/>
          </ac:spMkLst>
        </pc:spChg>
        <pc:spChg chg="add mod">
          <ac:chgData name="andhika rama putra" userId="4ddcd0934760b060" providerId="LiveId" clId="{4B3952B2-B73E-4F92-922A-008273FCEFC5}" dt="2021-07-10T17:59:50.759" v="4597" actId="20577"/>
          <ac:spMkLst>
            <pc:docMk/>
            <pc:sldMk cId="3943111492" sldId="273"/>
            <ac:spMk id="7" creationId="{B0D3D559-DC33-4A33-A295-E86AABEF31E4}"/>
          </ac:spMkLst>
        </pc:spChg>
        <pc:spChg chg="add mod">
          <ac:chgData name="andhika rama putra" userId="4ddcd0934760b060" providerId="LiveId" clId="{4B3952B2-B73E-4F92-922A-008273FCEFC5}" dt="2021-07-10T17:59:43.529" v="4596" actId="20577"/>
          <ac:spMkLst>
            <pc:docMk/>
            <pc:sldMk cId="3943111492" sldId="273"/>
            <ac:spMk id="9" creationId="{B6AF3AC7-C7F1-47C3-9254-2D73EE6F74C6}"/>
          </ac:spMkLst>
        </pc:spChg>
        <pc:graphicFrameChg chg="add mod modGraphic">
          <ac:chgData name="andhika rama putra" userId="4ddcd0934760b060" providerId="LiveId" clId="{4B3952B2-B73E-4F92-922A-008273FCEFC5}" dt="2021-07-10T18:02:21.729" v="4637" actId="255"/>
          <ac:graphicFrameMkLst>
            <pc:docMk/>
            <pc:sldMk cId="3943111492" sldId="273"/>
            <ac:graphicFrameMk id="6" creationId="{11226966-B723-4489-8359-601332846EEF}"/>
          </ac:graphicFrameMkLst>
        </pc:graphicFrameChg>
        <pc:graphicFrameChg chg="add mod modGraphic">
          <ac:chgData name="andhika rama putra" userId="4ddcd0934760b060" providerId="LiveId" clId="{4B3952B2-B73E-4F92-922A-008273FCEFC5}" dt="2021-07-10T18:06:22.691" v="4802" actId="20577"/>
          <ac:graphicFrameMkLst>
            <pc:docMk/>
            <pc:sldMk cId="3943111492" sldId="273"/>
            <ac:graphicFrameMk id="8" creationId="{6E293AA3-B60B-4E78-8C6D-909068492328}"/>
          </ac:graphicFrameMkLst>
        </pc:graphicFrameChg>
      </pc:sldChg>
      <pc:sldChg chg="addSp modSp new mod">
        <pc:chgData name="andhika rama putra" userId="4ddcd0934760b060" providerId="LiveId" clId="{4B3952B2-B73E-4F92-922A-008273FCEFC5}" dt="2021-07-10T18:33:30.964" v="5200" actId="20577"/>
        <pc:sldMkLst>
          <pc:docMk/>
          <pc:sldMk cId="124277544" sldId="274"/>
        </pc:sldMkLst>
        <pc:spChg chg="add mod">
          <ac:chgData name="andhika rama putra" userId="4ddcd0934760b060" providerId="LiveId" clId="{4B3952B2-B73E-4F92-922A-008273FCEFC5}" dt="2021-07-10T18:07:12.758" v="4812" actId="14100"/>
          <ac:spMkLst>
            <pc:docMk/>
            <pc:sldMk cId="124277544" sldId="274"/>
            <ac:spMk id="2" creationId="{1E88911A-DCF8-436F-8824-0E7B004EA553}"/>
          </ac:spMkLst>
        </pc:spChg>
        <pc:spChg chg="add mod">
          <ac:chgData name="andhika rama putra" userId="4ddcd0934760b060" providerId="LiveId" clId="{4B3952B2-B73E-4F92-922A-008273FCEFC5}" dt="2021-07-10T18:07:45.513" v="4829" actId="20577"/>
          <ac:spMkLst>
            <pc:docMk/>
            <pc:sldMk cId="124277544" sldId="274"/>
            <ac:spMk id="4" creationId="{90179392-3C05-4183-948F-C096EDBE5C09}"/>
          </ac:spMkLst>
        </pc:spChg>
        <pc:spChg chg="add mod">
          <ac:chgData name="andhika rama putra" userId="4ddcd0934760b060" providerId="LiveId" clId="{4B3952B2-B73E-4F92-922A-008273FCEFC5}" dt="2021-07-10T18:08:02.830" v="4835" actId="20577"/>
          <ac:spMkLst>
            <pc:docMk/>
            <pc:sldMk cId="124277544" sldId="274"/>
            <ac:spMk id="6" creationId="{5C4C0DA0-C385-4671-8AC6-3C10A8999ACB}"/>
          </ac:spMkLst>
        </pc:spChg>
        <pc:graphicFrameChg chg="add mod modGraphic">
          <ac:chgData name="andhika rama putra" userId="4ddcd0934760b060" providerId="LiveId" clId="{4B3952B2-B73E-4F92-922A-008273FCEFC5}" dt="2021-07-10T18:13:24.060" v="4972" actId="20577"/>
          <ac:graphicFrameMkLst>
            <pc:docMk/>
            <pc:sldMk cId="124277544" sldId="274"/>
            <ac:graphicFrameMk id="3" creationId="{DE99F501-A6F3-4834-B0BE-B01D27CC367E}"/>
          </ac:graphicFrameMkLst>
        </pc:graphicFrameChg>
        <pc:graphicFrameChg chg="add mod modGraphic">
          <ac:chgData name="andhika rama putra" userId="4ddcd0934760b060" providerId="LiveId" clId="{4B3952B2-B73E-4F92-922A-008273FCEFC5}" dt="2021-07-10T18:33:30.964" v="5200" actId="20577"/>
          <ac:graphicFrameMkLst>
            <pc:docMk/>
            <pc:sldMk cId="124277544" sldId="274"/>
            <ac:graphicFrameMk id="5" creationId="{9D285412-D8A2-4886-A299-EBA7EC61188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1A028-D9A3-4A01-9478-06D020600CF6}" type="datetimeFigureOut">
              <a:rPr lang="en-ID" smtClean="0"/>
              <a:t>12/07/2021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C1BD4-F681-4C5D-8C63-DD683816AC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0892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DM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C1BD4-F681-4C5D-8C63-DD683816AC7D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5933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ts val="3359"/>
              </a:lnSpc>
            </a:pPr>
            <a:r>
              <a:rPr lang="en-US" sz="1200" dirty="0">
                <a:solidFill>
                  <a:srgbClr val="000000"/>
                </a:solidFill>
                <a:latin typeface="DM Sans"/>
              </a:rPr>
              <a:t>Q: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Dapatkah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suatu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class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disebut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sebagai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tipe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data yang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ditentukan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pengguna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komposit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)?</a:t>
            </a:r>
          </a:p>
          <a:p>
            <a:pPr marL="0" lvl="0" indent="0">
              <a:lnSpc>
                <a:spcPts val="3359"/>
              </a:lnSpc>
            </a:pPr>
            <a:endParaRPr lang="en-US" sz="1200" dirty="0">
              <a:solidFill>
                <a:srgbClr val="000000"/>
              </a:solidFill>
              <a:latin typeface="DM Sans"/>
            </a:endParaRPr>
          </a:p>
          <a:p>
            <a:pPr marL="0" lvl="0" indent="0">
              <a:lnSpc>
                <a:spcPts val="3359"/>
              </a:lnSpc>
            </a:pPr>
            <a:r>
              <a:rPr lang="en-US" sz="1200" dirty="0">
                <a:solidFill>
                  <a:srgbClr val="000000"/>
                </a:solidFill>
                <a:latin typeface="DM Sans"/>
              </a:rPr>
              <a:t>A : Class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dapat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disebut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sebagai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tipe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data yang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ditentukan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pengguna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asalkan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tidak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mengandung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main().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C1BD4-F681-4C5D-8C63-DD683816AC7D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7001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C1BD4-F681-4C5D-8C63-DD683816AC7D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9557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C1BD4-F681-4C5D-8C63-DD683816AC7D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6032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C1BD4-F681-4C5D-8C63-DD683816AC7D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9216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7994003" y="3009900"/>
            <a:ext cx="6622562" cy="381700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505200" y="3771900"/>
            <a:ext cx="3399991" cy="165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en-US" sz="12000" dirty="0">
                <a:solidFill>
                  <a:srgbClr val="000000"/>
                </a:solidFill>
                <a:latin typeface="DM Sans Bold"/>
              </a:rPr>
              <a:t>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52383" y="3619500"/>
            <a:ext cx="8305801" cy="2255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7200" b="1" dirty="0">
                <a:solidFill>
                  <a:srgbClr val="FFFFFF"/>
                </a:solidFill>
                <a:latin typeface="Bebas" panose="020B0606020202050201" pitchFamily="34" charset="0"/>
              </a:rPr>
              <a:t>Object</a:t>
            </a:r>
          </a:p>
          <a:p>
            <a:pPr algn="ctr">
              <a:lnSpc>
                <a:spcPts val="3359"/>
              </a:lnSpc>
            </a:pPr>
            <a:endParaRPr lang="en-US" sz="7200" b="1" dirty="0">
              <a:solidFill>
                <a:srgbClr val="FFFFFF"/>
              </a:solidFill>
              <a:latin typeface="Bebas" panose="020B0606020202050201" pitchFamily="34" charset="0"/>
            </a:endParaRPr>
          </a:p>
          <a:p>
            <a:pPr algn="ctr">
              <a:lnSpc>
                <a:spcPts val="3359"/>
              </a:lnSpc>
            </a:pPr>
            <a:r>
              <a:rPr lang="en-US" sz="7200" b="1" dirty="0">
                <a:solidFill>
                  <a:srgbClr val="FFFFFF"/>
                </a:solidFill>
                <a:latin typeface="Bebas" panose="020B0606020202050201" pitchFamily="34" charset="0"/>
              </a:rPr>
              <a:t>Oriented</a:t>
            </a:r>
          </a:p>
          <a:p>
            <a:pPr algn="ctr">
              <a:lnSpc>
                <a:spcPts val="3359"/>
              </a:lnSpc>
            </a:pPr>
            <a:endParaRPr lang="en-US" sz="7200" b="1" dirty="0">
              <a:solidFill>
                <a:srgbClr val="FFFFFF"/>
              </a:solidFill>
              <a:latin typeface="Bebas" panose="020B0606020202050201" pitchFamily="34" charset="0"/>
            </a:endParaRPr>
          </a:p>
          <a:p>
            <a:pPr algn="ctr">
              <a:lnSpc>
                <a:spcPts val="3359"/>
              </a:lnSpc>
            </a:pPr>
            <a:r>
              <a:rPr lang="en-US" sz="7200" b="1" dirty="0">
                <a:solidFill>
                  <a:srgbClr val="FFFFFF"/>
                </a:solidFill>
                <a:latin typeface="Bebas" panose="020B0606020202050201" pitchFamily="34" charset="0"/>
              </a:rPr>
              <a:t>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30FD5-C6D0-4D47-A939-60E1596C1A1B}"/>
              </a:ext>
            </a:extLst>
          </p:cNvPr>
          <p:cNvSpPr txBox="1"/>
          <p:nvPr/>
        </p:nvSpPr>
        <p:spPr>
          <a:xfrm>
            <a:off x="6096000" y="89535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Presentasi</a:t>
            </a:r>
            <a:r>
              <a:rPr lang="en-US" sz="2000" dirty="0"/>
              <a:t> Oleh :</a:t>
            </a:r>
            <a:r>
              <a:rPr lang="en-ID" sz="2000" dirty="0"/>
              <a:t> Andhika Rama Putra &amp; </a:t>
            </a:r>
            <a:r>
              <a:rPr lang="en-ID" sz="2000" dirty="0" err="1"/>
              <a:t>Josua</a:t>
            </a:r>
            <a:r>
              <a:rPr lang="en-US" sz="2000" dirty="0"/>
              <a:t> (MCC53)</a:t>
            </a:r>
            <a:endParaRPr lang="en-ID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4663" y="2247899"/>
            <a:ext cx="9609337" cy="875704"/>
            <a:chOff x="-10850" y="-1"/>
            <a:chExt cx="12812452" cy="1167605"/>
          </a:xfrm>
        </p:grpSpPr>
        <p:grpSp>
          <p:nvGrpSpPr>
            <p:cNvPr id="3" name="Group 3"/>
            <p:cNvGrpSpPr/>
            <p:nvPr/>
          </p:nvGrpSpPr>
          <p:grpSpPr>
            <a:xfrm>
              <a:off x="-10850" y="-1"/>
              <a:ext cx="12812452" cy="1167604"/>
              <a:chOff x="-1267414" y="-2"/>
              <a:chExt cx="21001664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1267414" y="-2"/>
                <a:ext cx="21001664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-1" y="0"/>
              <a:ext cx="1167604" cy="1167604"/>
              <a:chOff x="-2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07045" y="184883"/>
              <a:ext cx="11355114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Object-Oriented Programming (OOP)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3975" y="263618"/>
              <a:ext cx="577755" cy="678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62800" y="4705649"/>
            <a:ext cx="9609343" cy="875703"/>
            <a:chOff x="0" y="0"/>
            <a:chExt cx="12812456" cy="116760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2812456" cy="1167604"/>
              <a:chOff x="-1249627" y="0"/>
              <a:chExt cx="21001667" cy="1913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1249627" y="0"/>
                <a:ext cx="21001667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167604" cy="1167604"/>
              <a:chOff x="0" y="0"/>
              <a:chExt cx="1913890" cy="191389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07047" y="207676"/>
              <a:ext cx="11355108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Primitive Data Type vs Composite Data Type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275" y="312451"/>
              <a:ext cx="577755" cy="678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54657" y="3452629"/>
            <a:ext cx="9609343" cy="875703"/>
            <a:chOff x="-112457" y="0"/>
            <a:chExt cx="12812456" cy="1167604"/>
          </a:xfrm>
        </p:grpSpPr>
        <p:grpSp>
          <p:nvGrpSpPr>
            <p:cNvPr id="17" name="Group 17"/>
            <p:cNvGrpSpPr/>
            <p:nvPr/>
          </p:nvGrpSpPr>
          <p:grpSpPr>
            <a:xfrm>
              <a:off x="-112457" y="0"/>
              <a:ext cx="12812456" cy="1167604"/>
              <a:chOff x="-1433961" y="0"/>
              <a:chExt cx="21001667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1433961" y="0"/>
                <a:ext cx="21001667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-101600" y="0"/>
              <a:ext cx="1167604" cy="1167604"/>
              <a:chOff x="-166539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-166539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05446" y="203719"/>
              <a:ext cx="11355109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Class + Object, Instance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200" y="282668"/>
              <a:ext cx="577755" cy="678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54657" y="5932641"/>
            <a:ext cx="9609343" cy="875703"/>
            <a:chOff x="-10857" y="0"/>
            <a:chExt cx="12812456" cy="1167604"/>
          </a:xfrm>
        </p:grpSpPr>
        <p:grpSp>
          <p:nvGrpSpPr>
            <p:cNvPr id="24" name="Group 24"/>
            <p:cNvGrpSpPr/>
            <p:nvPr/>
          </p:nvGrpSpPr>
          <p:grpSpPr>
            <a:xfrm>
              <a:off x="-10857" y="0"/>
              <a:ext cx="12812456" cy="1167604"/>
              <a:chOff x="-1267424" y="0"/>
              <a:chExt cx="21001667" cy="19138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-1267424" y="0"/>
                <a:ext cx="21001667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1167604" cy="1167604"/>
              <a:chOff x="0" y="0"/>
              <a:chExt cx="1913890" cy="191389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07044" y="196664"/>
              <a:ext cx="11355109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Array &amp; List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8575" y="301439"/>
              <a:ext cx="577755" cy="678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06466" y="4359841"/>
            <a:ext cx="6377645" cy="2295029"/>
            <a:chOff x="0" y="0"/>
            <a:chExt cx="2157376" cy="77634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7376" cy="776343"/>
            </a:xfrm>
            <a:custGeom>
              <a:avLst/>
              <a:gdLst/>
              <a:ahLst/>
              <a:cxnLst/>
              <a:rect l="l" t="t" r="r" b="b"/>
              <a:pathLst>
                <a:path w="2157376" h="776343">
                  <a:moveTo>
                    <a:pt x="2032916" y="776343"/>
                  </a:moveTo>
                  <a:lnTo>
                    <a:pt x="124460" y="776343"/>
                  </a:lnTo>
                  <a:cubicBezTo>
                    <a:pt x="55880" y="776343"/>
                    <a:pt x="0" y="720463"/>
                    <a:pt x="0" y="65188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32916" y="0"/>
                  </a:lnTo>
                  <a:cubicBezTo>
                    <a:pt x="2101496" y="0"/>
                    <a:pt x="2157376" y="55880"/>
                    <a:pt x="2157376" y="124460"/>
                  </a:cubicBezTo>
                  <a:lnTo>
                    <a:pt x="2157376" y="651883"/>
                  </a:lnTo>
                  <a:cubicBezTo>
                    <a:pt x="2157376" y="720463"/>
                    <a:pt x="2101496" y="776343"/>
                    <a:pt x="2032916" y="776343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869580" y="4591050"/>
            <a:ext cx="5251419" cy="1946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6600" dirty="0">
                <a:solidFill>
                  <a:srgbClr val="FFFFFF"/>
                </a:solidFill>
                <a:latin typeface="DM Sans"/>
              </a:rPr>
              <a:t>TODAY'S</a:t>
            </a:r>
          </a:p>
          <a:p>
            <a:pPr algn="ctr">
              <a:lnSpc>
                <a:spcPts val="7560"/>
              </a:lnSpc>
            </a:pPr>
            <a:r>
              <a:rPr lang="en-US" sz="6600" dirty="0">
                <a:solidFill>
                  <a:srgbClr val="FFFFFF"/>
                </a:solidFill>
                <a:latin typeface="DM Sans"/>
              </a:rPr>
              <a:t>DISCUSSION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154657" y="7117906"/>
            <a:ext cx="9609343" cy="875703"/>
            <a:chOff x="-10857" y="0"/>
            <a:chExt cx="12812456" cy="1167604"/>
          </a:xfrm>
        </p:grpSpPr>
        <p:grpSp>
          <p:nvGrpSpPr>
            <p:cNvPr id="34" name="Group 34"/>
            <p:cNvGrpSpPr/>
            <p:nvPr/>
          </p:nvGrpSpPr>
          <p:grpSpPr>
            <a:xfrm>
              <a:off x="-10857" y="0"/>
              <a:ext cx="12812456" cy="1167604"/>
              <a:chOff x="-1267423" y="0"/>
              <a:chExt cx="21001667" cy="191389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-1267423" y="0"/>
                <a:ext cx="21001667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0"/>
              <a:ext cx="1167604" cy="1167604"/>
              <a:chOff x="0" y="0"/>
              <a:chExt cx="1913890" cy="191389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307044" y="196664"/>
              <a:ext cx="11355109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Inheritance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8575" y="301439"/>
              <a:ext cx="577755" cy="68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154657" y="8382597"/>
            <a:ext cx="9609343" cy="875703"/>
            <a:chOff x="-10857" y="0"/>
            <a:chExt cx="12812456" cy="1167604"/>
          </a:xfrm>
        </p:grpSpPr>
        <p:grpSp>
          <p:nvGrpSpPr>
            <p:cNvPr id="41" name="Group 41"/>
            <p:cNvGrpSpPr/>
            <p:nvPr/>
          </p:nvGrpSpPr>
          <p:grpSpPr>
            <a:xfrm>
              <a:off x="-10857" y="0"/>
              <a:ext cx="12812456" cy="1167604"/>
              <a:chOff x="-1267423" y="0"/>
              <a:chExt cx="21001667" cy="191389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-1267423" y="0"/>
                <a:ext cx="21001667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4344421" h="1913890">
                    <a:moveTo>
                      <a:pt x="142199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4219960" y="0"/>
                    </a:lnTo>
                    <a:cubicBezTo>
                      <a:pt x="14288540" y="0"/>
                      <a:pt x="14344421" y="55880"/>
                      <a:pt x="14344421" y="124460"/>
                    </a:cubicBezTo>
                    <a:lnTo>
                      <a:pt x="14344421" y="1789430"/>
                    </a:lnTo>
                    <a:cubicBezTo>
                      <a:pt x="14344421" y="1858010"/>
                      <a:pt x="14288540" y="1913890"/>
                      <a:pt x="14219960" y="1913890"/>
                    </a:cubicBezTo>
                    <a:close/>
                  </a:path>
                </a:pathLst>
              </a:custGeom>
              <a:solidFill>
                <a:srgbClr val="A9DA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0" y="0"/>
              <a:ext cx="1167604" cy="1167604"/>
              <a:chOff x="0" y="0"/>
              <a:chExt cx="1913890" cy="191389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178943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789430"/>
                    </a:lnTo>
                    <a:cubicBezTo>
                      <a:pt x="1913890" y="1858010"/>
                      <a:pt x="1858010" y="1913890"/>
                      <a:pt x="1789430" y="191389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307044" y="196664"/>
              <a:ext cx="11355109" cy="7334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000000"/>
                  </a:solidFill>
                  <a:latin typeface="DM Sans"/>
                </a:rPr>
                <a:t>Access Modifier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8575" y="301439"/>
              <a:ext cx="577755" cy="68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85800" y="2668291"/>
            <a:ext cx="8200262" cy="127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600"/>
              </a:lnSpc>
            </a:pPr>
            <a:r>
              <a:rPr lang="en-US" sz="8000" spc="-96" dirty="0">
                <a:solidFill>
                  <a:srgbClr val="000000"/>
                </a:solidFill>
                <a:latin typeface="DM Sans Bold"/>
              </a:rPr>
              <a:t>APA ITU OOP?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4903" y="3915722"/>
            <a:ext cx="8305800" cy="1722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</a:pPr>
            <a:r>
              <a:rPr lang="en-ID" sz="2400" b="0" i="0" dirty="0">
                <a:effectLst/>
                <a:latin typeface="DM Sans" panose="020B0604020202020204" charset="0"/>
              </a:rPr>
              <a:t>OOP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merupakan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suatu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metode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pemrograman</a:t>
            </a:r>
            <a:r>
              <a:rPr lang="en-ID" sz="2400" b="0" i="0" dirty="0"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berorientasi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kepada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marL="0" lvl="0" indent="0">
              <a:lnSpc>
                <a:spcPts val="3359"/>
              </a:lnSpc>
            </a:pPr>
            <a:r>
              <a:rPr lang="en-ID" sz="2400" b="0" i="0" dirty="0" err="1">
                <a:effectLst/>
                <a:latin typeface="DM Sans" panose="020B0604020202020204" charset="0"/>
              </a:rPr>
              <a:t>Dalam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bahasa</a:t>
            </a:r>
            <a:r>
              <a:rPr lang="en-ID" sz="2400" b="0" i="0" dirty="0">
                <a:effectLst/>
                <a:latin typeface="DM Sans" panose="020B0604020202020204" charset="0"/>
              </a:rPr>
              <a:t> Indonesia OOP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dikenal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dengan</a:t>
            </a:r>
            <a:r>
              <a:rPr lang="en-ID" sz="2400" b="0" i="0" dirty="0">
                <a:effectLst/>
                <a:latin typeface="DM Sans" panose="020B0604020202020204" charset="0"/>
              </a:rPr>
              <a:t> PBO (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Pemrograman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Berorientasi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latin typeface="DM Sans" panose="020B0604020202020204" charset="0"/>
              </a:rPr>
              <a:t>).</a:t>
            </a:r>
            <a:endParaRPr lang="en-US" sz="2400" dirty="0">
              <a:latin typeface="DM Sans" panose="020B060402020202020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65771" y="8115300"/>
            <a:ext cx="687251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D" sz="2400" b="0" i="0" dirty="0">
                <a:solidFill>
                  <a:srgbClr val="000000"/>
                </a:solidFill>
                <a:effectLst/>
                <a:latin typeface="DM Sans" panose="020B0604020202020204" charset="0"/>
              </a:rPr>
              <a:t>Bahasa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DM Sans" panose="020B0604020202020204" charset="0"/>
              </a:rPr>
              <a:t>pemrograman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DM Sans" panose="020B0604020202020204" charset="0"/>
              </a:rPr>
              <a:t>mendukung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DM Sans" panose="020B0604020202020204" charset="0"/>
              </a:rPr>
              <a:t> OOP :</a:t>
            </a:r>
          </a:p>
          <a:p>
            <a:pPr algn="l"/>
            <a:r>
              <a:rPr lang="en-ID" sz="2400" b="0" i="0" dirty="0">
                <a:solidFill>
                  <a:srgbClr val="000000"/>
                </a:solidFill>
                <a:effectLst/>
                <a:latin typeface="DM Sans" panose="020B0604020202020204" charset="0"/>
              </a:rPr>
              <a:t>PHP, Java, Python, Ruby, C++, Delphi, C#, Perl,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DM Sans" panose="020B0604020202020204" charset="0"/>
              </a:rPr>
              <a:t>dll</a:t>
            </a:r>
            <a:r>
              <a:rPr lang="en-ID" sz="2400" dirty="0">
                <a:solidFill>
                  <a:srgbClr val="000000"/>
                </a:solidFill>
                <a:latin typeface="DM Sans" panose="020B0604020202020204" charset="0"/>
              </a:rPr>
              <a:t>.</a:t>
            </a:r>
            <a:endParaRPr lang="en-ID" sz="2400" b="0" i="0" dirty="0">
              <a:solidFill>
                <a:srgbClr val="000000"/>
              </a:solidFill>
              <a:effectLst/>
              <a:latin typeface="DM Sans" panose="020B0604020202020204" charset="0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9E1BC8E6-714B-41B6-946D-9E1AC0B93B90}"/>
              </a:ext>
            </a:extLst>
          </p:cNvPr>
          <p:cNvSpPr/>
          <p:nvPr/>
        </p:nvSpPr>
        <p:spPr>
          <a:xfrm>
            <a:off x="10439400" y="296343"/>
            <a:ext cx="7384143" cy="905244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BBAA0BF-4ED0-44A0-A264-77769084E206}"/>
              </a:ext>
            </a:extLst>
          </p:cNvPr>
          <p:cNvSpPr txBox="1"/>
          <p:nvPr/>
        </p:nvSpPr>
        <p:spPr>
          <a:xfrm>
            <a:off x="10618818" y="464546"/>
            <a:ext cx="7059582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Object-Oriented Programming (OOP)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20FDC9-9EF5-4895-900F-C3E6EAC961AD}"/>
              </a:ext>
            </a:extLst>
          </p:cNvPr>
          <p:cNvSpPr txBox="1"/>
          <p:nvPr/>
        </p:nvSpPr>
        <p:spPr>
          <a:xfrm>
            <a:off x="364903" y="6402363"/>
            <a:ext cx="6702794" cy="303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Pemrograman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Prosedural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tentang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menulis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prosedur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metode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melakukan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FFFF00"/>
                </a:highlight>
                <a:latin typeface="DM Sans" panose="020B0604020202020204" charset="0"/>
              </a:rPr>
              <a:t>operasi</a:t>
            </a:r>
            <a:r>
              <a:rPr lang="en-ID" sz="2400" b="0" i="0" dirty="0">
                <a:effectLst/>
                <a:highlight>
                  <a:srgbClr val="FFFF00"/>
                </a:highlight>
                <a:latin typeface="DM Sans" panose="020B0604020202020204" charset="0"/>
              </a:rPr>
              <a:t> pada data.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ID" sz="2400" b="0" i="0" dirty="0">
              <a:effectLst/>
              <a:latin typeface="DM Sans" panose="020B0604020202020204" charset="0"/>
            </a:endParaRP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highlight>
                  <a:srgbClr val="00FF00"/>
                </a:highlight>
                <a:latin typeface="DM Sans" panose="020B0604020202020204" charset="0"/>
              </a:rPr>
              <a:t>P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emrograman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dirty="0" err="1">
                <a:highlight>
                  <a:srgbClr val="00FF00"/>
                </a:highlight>
                <a:latin typeface="DM Sans" panose="020B0604020202020204" charset="0"/>
              </a:rPr>
              <a:t>B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erorientasi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dirty="0" err="1">
                <a:highlight>
                  <a:srgbClr val="00FF00"/>
                </a:highlight>
                <a:latin typeface="DM Sans" panose="020B0604020202020204" charset="0"/>
              </a:rPr>
              <a:t>O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bjek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tentang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membuat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berisi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 data dan </a:t>
            </a:r>
            <a:r>
              <a:rPr lang="en-ID" sz="2400" b="0" i="0" dirty="0" err="1">
                <a:effectLst/>
                <a:highlight>
                  <a:srgbClr val="00FF00"/>
                </a:highlight>
                <a:latin typeface="DM Sans" panose="020B0604020202020204" charset="0"/>
              </a:rPr>
              <a:t>metode</a:t>
            </a:r>
            <a:r>
              <a:rPr lang="en-ID" sz="2400" b="0" i="0" dirty="0">
                <a:effectLst/>
                <a:highlight>
                  <a:srgbClr val="00FF00"/>
                </a:highlight>
                <a:latin typeface="DM Sans" panose="020B0604020202020204" charset="0"/>
              </a:rPr>
              <a:t>.</a:t>
            </a:r>
            <a:endParaRPr lang="en-US" sz="2400" dirty="0">
              <a:highlight>
                <a:srgbClr val="00FF00"/>
              </a:highlight>
              <a:latin typeface="DM Sans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84EE13-C9FB-4DC5-8DD2-A5209C734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" t="24703" r="6163" b="9453"/>
          <a:stretch/>
        </p:blipFill>
        <p:spPr bwMode="auto">
          <a:xfrm>
            <a:off x="8670703" y="2668291"/>
            <a:ext cx="8200263" cy="454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5A89CF67-DF22-4A5C-9047-BD8BD2776D07}"/>
              </a:ext>
            </a:extLst>
          </p:cNvPr>
          <p:cNvSpPr txBox="1"/>
          <p:nvPr/>
        </p:nvSpPr>
        <p:spPr>
          <a:xfrm>
            <a:off x="914400" y="1485900"/>
            <a:ext cx="7712215" cy="1084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APA ITU </a:t>
            </a:r>
            <a:r>
              <a:rPr lang="en-US" sz="4400" spc="-96" dirty="0">
                <a:solidFill>
                  <a:srgbClr val="00B0F0"/>
                </a:solidFill>
                <a:latin typeface="DM Sans Bold"/>
              </a:rPr>
              <a:t>CLASS</a:t>
            </a: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 DAN </a:t>
            </a:r>
            <a:r>
              <a:rPr lang="en-US" sz="4400" spc="-96" dirty="0">
                <a:solidFill>
                  <a:schemeClr val="accent3"/>
                </a:solidFill>
                <a:latin typeface="DM Sans Bold"/>
              </a:rPr>
              <a:t>OBJECT</a:t>
            </a: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F20C3-1D2D-4883-9892-554AE1C5E0FF}"/>
              </a:ext>
            </a:extLst>
          </p:cNvPr>
          <p:cNvSpPr txBox="1"/>
          <p:nvPr/>
        </p:nvSpPr>
        <p:spPr>
          <a:xfrm>
            <a:off x="914400" y="2933700"/>
            <a:ext cx="113538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359"/>
              </a:lnSpc>
            </a:pPr>
            <a:r>
              <a:rPr lang="sv-SE" sz="2400" b="0" i="0" dirty="0">
                <a:effectLst/>
                <a:latin typeface="DM Sans" panose="020B0604020202020204" charset="0"/>
              </a:rPr>
              <a:t>Kelas dan objek adalah dua aspek utama dari pemrograman berorientasi objek.</a:t>
            </a:r>
            <a:endParaRPr lang="en-ID" sz="2400" b="0" i="0" dirty="0">
              <a:effectLst/>
              <a:latin typeface="DM Sans" panose="020B0604020202020204" charset="0"/>
            </a:endParaRPr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41C4D1B7-D746-4AC9-863F-C005138692FF}"/>
              </a:ext>
            </a:extLst>
          </p:cNvPr>
          <p:cNvSpPr/>
          <p:nvPr/>
        </p:nvSpPr>
        <p:spPr>
          <a:xfrm>
            <a:off x="12801600" y="342900"/>
            <a:ext cx="4876800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0F1BCC0B-ECA1-4A3D-8904-9BC4C1549C91}"/>
              </a:ext>
            </a:extLst>
          </p:cNvPr>
          <p:cNvSpPr txBox="1"/>
          <p:nvPr/>
        </p:nvSpPr>
        <p:spPr>
          <a:xfrm>
            <a:off x="12954000" y="495689"/>
            <a:ext cx="4572000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Class + Object, Instance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E135E-F6CE-44B4-83A6-4897D7E54BA9}"/>
              </a:ext>
            </a:extLst>
          </p:cNvPr>
          <p:cNvSpPr txBox="1"/>
          <p:nvPr/>
        </p:nvSpPr>
        <p:spPr>
          <a:xfrm>
            <a:off x="918028" y="3711894"/>
            <a:ext cx="10816771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ID" sz="2400" b="0" i="0" dirty="0" err="1">
                <a:effectLst/>
                <a:latin typeface="DM Sans" panose="020B0604020202020204" charset="0"/>
              </a:rPr>
              <a:t>Perhatikan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ilustrasi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berikut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untuk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melihat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perbedaan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antara</a:t>
            </a:r>
            <a:r>
              <a:rPr lang="en-ID" sz="2400" b="0" i="0" dirty="0">
                <a:effectLst/>
                <a:latin typeface="DM Sans" panose="020B0604020202020204" charset="0"/>
              </a:rPr>
              <a:t> class dan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latin typeface="DM Sans" panose="020B0604020202020204" charset="0"/>
              </a:rPr>
              <a:t>:</a:t>
            </a:r>
            <a:endParaRPr lang="en-US" sz="2400" dirty="0">
              <a:latin typeface="DM Sans" panose="020B060402020202020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F46BB1-8E6D-4D4C-80EB-68F6E7DC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74" y="4305300"/>
            <a:ext cx="10829996" cy="57731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4D393D-6E45-4CBB-9F48-2746C34825D9}"/>
              </a:ext>
            </a:extLst>
          </p:cNvPr>
          <p:cNvSpPr txBox="1"/>
          <p:nvPr/>
        </p:nvSpPr>
        <p:spPr>
          <a:xfrm>
            <a:off x="12039600" y="5748894"/>
            <a:ext cx="6019800" cy="2595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ID" sz="2400" b="0" i="0" dirty="0">
                <a:effectLst/>
                <a:latin typeface="DM Sans" panose="020B0604020202020204" charset="0"/>
              </a:rPr>
              <a:t>Jadi, </a:t>
            </a:r>
            <a:r>
              <a:rPr lang="en-ID" sz="2400" b="0" i="1" dirty="0">
                <a:effectLst/>
                <a:latin typeface="DM Sans" panose="020B0604020202020204" charset="0"/>
              </a:rPr>
              <a:t>class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 template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untuk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1" dirty="0">
                <a:effectLst/>
                <a:latin typeface="DM Sans" panose="020B0604020202020204" charset="0"/>
              </a:rPr>
              <a:t>object</a:t>
            </a:r>
            <a:r>
              <a:rPr lang="en-ID" sz="2400" b="0" i="0" dirty="0">
                <a:effectLst/>
                <a:latin typeface="DM Sans" panose="020B0604020202020204" charset="0"/>
              </a:rPr>
              <a:t>, dan </a:t>
            </a:r>
            <a:r>
              <a:rPr lang="en-ID" sz="2400" b="0" i="1" dirty="0">
                <a:effectLst/>
                <a:latin typeface="DM Sans" panose="020B0604020202020204" charset="0"/>
              </a:rPr>
              <a:t>object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i="1" dirty="0">
                <a:latin typeface="DM Sans" panose="020B0604020202020204" charset="0"/>
              </a:rPr>
              <a:t>instance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1" dirty="0">
                <a:effectLst/>
                <a:latin typeface="DM Sans" panose="020B0604020202020204" charset="0"/>
              </a:rPr>
              <a:t>class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>
              <a:lnSpc>
                <a:spcPts val="3359"/>
              </a:lnSpc>
            </a:pPr>
            <a:endParaRPr lang="en-ID" sz="2400" dirty="0">
              <a:latin typeface="DM Sans" panose="020B0604020202020204" charset="0"/>
            </a:endParaRPr>
          </a:p>
          <a:p>
            <a:pPr>
              <a:lnSpc>
                <a:spcPts val="3359"/>
              </a:lnSpc>
            </a:pPr>
            <a:r>
              <a:rPr lang="en-US" sz="2400" dirty="0">
                <a:latin typeface="DM Sans" panose="020B0604020202020204" charset="0"/>
              </a:rPr>
              <a:t>Ketika </a:t>
            </a:r>
            <a:r>
              <a:rPr lang="en-US" sz="2400" dirty="0" err="1">
                <a:latin typeface="DM Sans" panose="020B0604020202020204" charset="0"/>
              </a:rPr>
              <a:t>sebuah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i="1" dirty="0">
                <a:latin typeface="DM Sans" panose="020B0604020202020204" charset="0"/>
              </a:rPr>
              <a:t>object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dibuat</a:t>
            </a:r>
            <a:r>
              <a:rPr lang="en-US" sz="2400" dirty="0">
                <a:latin typeface="DM Sans" panose="020B0604020202020204" charset="0"/>
              </a:rPr>
              <a:t>, </a:t>
            </a:r>
            <a:r>
              <a:rPr lang="en-US" sz="2400" i="1" dirty="0">
                <a:latin typeface="DM Sans" panose="020B0604020202020204" charset="0"/>
              </a:rPr>
              <a:t>object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tersebut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mewarisi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semua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variabel</a:t>
            </a:r>
            <a:r>
              <a:rPr lang="en-US" sz="2400" dirty="0">
                <a:latin typeface="DM Sans" panose="020B0604020202020204" charset="0"/>
              </a:rPr>
              <a:t> dan </a:t>
            </a:r>
            <a:r>
              <a:rPr lang="en-US" sz="2400" dirty="0" err="1">
                <a:latin typeface="DM Sans" panose="020B0604020202020204" charset="0"/>
              </a:rPr>
              <a:t>metode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dari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i="1" dirty="0">
                <a:latin typeface="DM Sans" panose="020B0604020202020204" charset="0"/>
              </a:rPr>
              <a:t>class </a:t>
            </a:r>
            <a:r>
              <a:rPr lang="en-US" sz="2400" dirty="0" err="1">
                <a:latin typeface="DM Sans" panose="020B0604020202020204" charset="0"/>
              </a:rPr>
              <a:t>nya</a:t>
            </a:r>
            <a:r>
              <a:rPr lang="en-US" sz="2400" dirty="0">
                <a:latin typeface="DM Sans" panose="020B0604020202020204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A8B69C-C344-464B-8A4B-A256FB5952B7}"/>
              </a:ext>
            </a:extLst>
          </p:cNvPr>
          <p:cNvSpPr txBox="1"/>
          <p:nvPr/>
        </p:nvSpPr>
        <p:spPr>
          <a:xfrm>
            <a:off x="12039600" y="3007797"/>
            <a:ext cx="60198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endParaRPr lang="en-US" sz="2400" dirty="0"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8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5A89CF67-DF22-4A5C-9047-BD8BD2776D07}"/>
              </a:ext>
            </a:extLst>
          </p:cNvPr>
          <p:cNvSpPr txBox="1"/>
          <p:nvPr/>
        </p:nvSpPr>
        <p:spPr>
          <a:xfrm>
            <a:off x="914400" y="1485900"/>
            <a:ext cx="7712215" cy="1084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APA ITU </a:t>
            </a:r>
            <a:r>
              <a:rPr lang="en-US" sz="4400" spc="-96" dirty="0">
                <a:solidFill>
                  <a:srgbClr val="00B0F0"/>
                </a:solidFill>
                <a:latin typeface="DM Sans Bold"/>
              </a:rPr>
              <a:t>CLASS</a:t>
            </a: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 DAN </a:t>
            </a:r>
            <a:r>
              <a:rPr lang="en-US" sz="4400" spc="-96" dirty="0">
                <a:solidFill>
                  <a:schemeClr val="accent3"/>
                </a:solidFill>
                <a:latin typeface="DM Sans Bold"/>
              </a:rPr>
              <a:t>OBJECT</a:t>
            </a:r>
            <a:r>
              <a:rPr lang="en-US" sz="4400" spc="-96" dirty="0">
                <a:solidFill>
                  <a:srgbClr val="000000"/>
                </a:solidFill>
                <a:latin typeface="DM Sans Bold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F20C3-1D2D-4883-9892-554AE1C5E0FF}"/>
              </a:ext>
            </a:extLst>
          </p:cNvPr>
          <p:cNvSpPr txBox="1"/>
          <p:nvPr/>
        </p:nvSpPr>
        <p:spPr>
          <a:xfrm>
            <a:off x="914399" y="2933700"/>
            <a:ext cx="7712215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2400" b="0" i="1" dirty="0">
                <a:solidFill>
                  <a:schemeClr val="accent1"/>
                </a:solidFill>
                <a:effectLst/>
                <a:latin typeface="DM Sans" panose="020B0604020202020204" charset="0"/>
              </a:rPr>
              <a:t>Class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sebenarnya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bertugas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untuk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mengumpulkan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prosedur</a:t>
            </a:r>
            <a:r>
              <a:rPr lang="en-ID" sz="2400" b="0" i="0" dirty="0">
                <a:effectLst/>
                <a:latin typeface="DM Sans" panose="020B0604020202020204" charset="0"/>
              </a:rPr>
              <a:t>/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fungsi</a:t>
            </a:r>
            <a:r>
              <a:rPr lang="en-ID" sz="2400" b="0" i="0" dirty="0">
                <a:effectLst/>
                <a:latin typeface="DM Sans" panose="020B0604020202020204" charset="0"/>
              </a:rPr>
              <a:t> dan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variabel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dalam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satu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tempat</a:t>
            </a:r>
            <a:r>
              <a:rPr lang="en-ID" sz="2400" dirty="0">
                <a:latin typeface="DM Sans" panose="020B060402020202020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400" b="0" i="0" dirty="0">
              <a:effectLst/>
              <a:latin typeface="DM Sans" panose="020B0604020202020204" charset="0"/>
            </a:endParaRPr>
          </a:p>
          <a:p>
            <a:pPr>
              <a:defRPr/>
            </a:pPr>
            <a:r>
              <a:rPr lang="en-ID" sz="2400" b="0" i="0" dirty="0" err="1">
                <a:effectLst/>
                <a:latin typeface="DM Sans" panose="020B0604020202020204" charset="0"/>
              </a:rPr>
              <a:t>Sedangkan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1" dirty="0">
                <a:solidFill>
                  <a:schemeClr val="accent3">
                    <a:lumMod val="75000"/>
                  </a:schemeClr>
                </a:solidFill>
                <a:effectLst/>
                <a:latin typeface="DM Sans" panose="020B0604020202020204" charset="0"/>
              </a:rPr>
              <a:t>object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sebuah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variabel</a:t>
            </a:r>
            <a:r>
              <a:rPr lang="en-ID" sz="2400" b="0" i="0" dirty="0"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merupakan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1" dirty="0">
                <a:solidFill>
                  <a:schemeClr val="accent2"/>
                </a:solidFill>
                <a:effectLst/>
                <a:latin typeface="DM Sans" panose="020B0604020202020204" charset="0"/>
              </a:rPr>
              <a:t>instance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perwujudan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i="1" dirty="0">
                <a:solidFill>
                  <a:schemeClr val="accent1"/>
                </a:solidFill>
                <a:latin typeface="DM Sans" panose="020B0604020202020204" charset="0"/>
              </a:rPr>
              <a:t>cl</a:t>
            </a:r>
            <a:r>
              <a:rPr lang="en-ID" sz="2400" b="0" i="1" dirty="0">
                <a:solidFill>
                  <a:schemeClr val="accent1"/>
                </a:solidFill>
                <a:effectLst/>
                <a:latin typeface="DM Sans" panose="020B0604020202020204" charset="0"/>
              </a:rPr>
              <a:t>ass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>
              <a:defRPr/>
            </a:pPr>
            <a:endParaRPr lang="en-ID" sz="2400" dirty="0">
              <a:latin typeface="DM Sans" panose="020B0604020202020204" charset="0"/>
            </a:endParaRPr>
          </a:p>
          <a:p>
            <a:pPr>
              <a:defRPr/>
            </a:pPr>
            <a:r>
              <a:rPr lang="en-ID" sz="2400" b="0" i="1" dirty="0">
                <a:solidFill>
                  <a:schemeClr val="accent2"/>
                </a:solidFill>
                <a:effectLst/>
                <a:latin typeface="DM Sans" panose="020B0604020202020204" charset="0"/>
              </a:rPr>
              <a:t>Instance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bisa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diartikan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sebagai</a:t>
            </a:r>
            <a:r>
              <a:rPr lang="en-ID" sz="2400" b="0" i="0" dirty="0">
                <a:effectLst/>
                <a:latin typeface="DM Sans" panose="020B0604020202020204" charset="0"/>
              </a:rPr>
              <a:t> “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wujud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”: </a:t>
            </a:r>
            <a:r>
              <a:rPr lang="en-ID" sz="2400" b="0" i="1" dirty="0">
                <a:solidFill>
                  <a:schemeClr val="accent1"/>
                </a:solidFill>
                <a:effectLst/>
                <a:latin typeface="DM Sans" panose="020B0604020202020204" charset="0"/>
              </a:rPr>
              <a:t>class</a:t>
            </a:r>
            <a:r>
              <a:rPr lang="en-ID" sz="2400" b="0" i="0" dirty="0">
                <a:solidFill>
                  <a:schemeClr val="accent1"/>
                </a:solidFill>
                <a:effectLst/>
                <a:latin typeface="DM Sans" panose="020B0604020202020204" charset="0"/>
              </a:rPr>
              <a:t>.</a:t>
            </a:r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41C4D1B7-D746-4AC9-863F-C005138692FF}"/>
              </a:ext>
            </a:extLst>
          </p:cNvPr>
          <p:cNvSpPr/>
          <p:nvPr/>
        </p:nvSpPr>
        <p:spPr>
          <a:xfrm>
            <a:off x="12801600" y="342900"/>
            <a:ext cx="4876800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0F1BCC0B-ECA1-4A3D-8904-9BC4C1549C91}"/>
              </a:ext>
            </a:extLst>
          </p:cNvPr>
          <p:cNvSpPr txBox="1"/>
          <p:nvPr/>
        </p:nvSpPr>
        <p:spPr>
          <a:xfrm>
            <a:off x="12954000" y="495689"/>
            <a:ext cx="4572000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Class + Object, Instance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5DAE74-199D-4379-A8AC-32DD097A7E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t="6411" r="4769" b="6017"/>
          <a:stretch/>
        </p:blipFill>
        <p:spPr bwMode="auto">
          <a:xfrm>
            <a:off x="8954224" y="3244613"/>
            <a:ext cx="7999551" cy="583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C5D047-E5B0-4B36-9F8A-D43EA79EFBDC}"/>
              </a:ext>
            </a:extLst>
          </p:cNvPr>
          <p:cNvSpPr txBox="1"/>
          <p:nvPr/>
        </p:nvSpPr>
        <p:spPr>
          <a:xfrm>
            <a:off x="943428" y="6585109"/>
            <a:ext cx="789940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D" sz="2400" b="0" i="1" dirty="0">
                <a:solidFill>
                  <a:schemeClr val="accent1"/>
                </a:solidFill>
                <a:effectLst/>
                <a:latin typeface="DM Sans" panose="020B0604020202020204" charset="0"/>
              </a:rPr>
              <a:t>Class</a:t>
            </a:r>
            <a:r>
              <a:rPr lang="en-ID" sz="2400" dirty="0">
                <a:solidFill>
                  <a:schemeClr val="accent1"/>
                </a:solidFill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berisi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definisi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variabel</a:t>
            </a:r>
            <a:r>
              <a:rPr lang="en-ID" sz="2400" b="0" i="0" dirty="0">
                <a:effectLst/>
                <a:latin typeface="DM Sans" panose="020B0604020202020204" charset="0"/>
              </a:rPr>
              <a:t> dan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fungsi</a:t>
            </a:r>
            <a:r>
              <a:rPr lang="en-ID" sz="2400" b="0" i="0" dirty="0"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menggambarkan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sebuah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algn="l"/>
            <a:r>
              <a:rPr lang="en-ID" sz="2400" b="0" i="0" dirty="0" err="1">
                <a:effectLst/>
                <a:latin typeface="DM Sans" panose="020B0604020202020204" charset="0"/>
              </a:rPr>
              <a:t>Dalam</a:t>
            </a:r>
            <a:r>
              <a:rPr lang="en-ID" sz="2400" b="0" i="0" dirty="0">
                <a:effectLst/>
                <a:latin typeface="DM Sans" panose="020B0604020202020204" charset="0"/>
              </a:rPr>
              <a:t> OOP:</a:t>
            </a:r>
          </a:p>
          <a:p>
            <a:pPr algn="l"/>
            <a:endParaRPr lang="en-ID" sz="2400" b="0" i="0" dirty="0">
              <a:effectLst/>
              <a:latin typeface="DM Sans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b="1" i="0" dirty="0" err="1">
                <a:effectLst/>
                <a:latin typeface="DM Sans" panose="020B0604020202020204" charset="0"/>
              </a:rPr>
              <a:t>Variabel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disebut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1" i="0" dirty="0" err="1">
                <a:effectLst/>
                <a:latin typeface="DM Sans" panose="020B0604020202020204" charset="0"/>
              </a:rPr>
              <a:t>atribut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1" i="0" dirty="0" err="1">
                <a:effectLst/>
                <a:latin typeface="DM Sans" panose="020B0604020202020204" charset="0"/>
              </a:rPr>
              <a:t>properti</a:t>
            </a:r>
            <a:r>
              <a:rPr lang="en-ID" sz="2400" b="0" i="0" dirty="0">
                <a:effectLst/>
                <a:latin typeface="DM Sans" panose="020B0604020202020204" charset="0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b="1" i="0" dirty="0" err="1">
                <a:effectLst/>
                <a:latin typeface="DM Sans" panose="020B0604020202020204" charset="0"/>
              </a:rPr>
              <a:t>Fungsi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disebut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1" i="0" dirty="0">
                <a:effectLst/>
                <a:latin typeface="DM Sans" panose="020B0604020202020204" charset="0"/>
              </a:rPr>
              <a:t>method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35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2360539"/>
            <a:ext cx="17384733" cy="7373171"/>
            <a:chOff x="0" y="0"/>
            <a:chExt cx="9620467" cy="4080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408020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1063" y="905910"/>
            <a:ext cx="1435303" cy="1080471"/>
            <a:chOff x="0" y="0"/>
            <a:chExt cx="1913738" cy="144062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913738" cy="1440629"/>
              <a:chOff x="0" y="0"/>
              <a:chExt cx="4188895" cy="31533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218440"/>
                <a:ext cx="4187625" cy="2934887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506648"/>
            <a:ext cx="14635967" cy="1253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4800" spc="-80" dirty="0">
                <a:solidFill>
                  <a:srgbClr val="000000"/>
                </a:solidFill>
                <a:latin typeface="DM Sans Bold"/>
              </a:rPr>
              <a:t>DEMO PROGRAM CLASS+OBJECT, INSTANCE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C1D53-A6BB-4B54-9DAF-47B13C138225}"/>
              </a:ext>
            </a:extLst>
          </p:cNvPr>
          <p:cNvSpPr txBox="1"/>
          <p:nvPr/>
        </p:nvSpPr>
        <p:spPr>
          <a:xfrm>
            <a:off x="1714501" y="3803899"/>
            <a:ext cx="3516336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598E7-074C-41D8-B7E2-70181F5F02FD}"/>
              </a:ext>
            </a:extLst>
          </p:cNvPr>
          <p:cNvSpPr txBox="1"/>
          <p:nvPr/>
        </p:nvSpPr>
        <p:spPr>
          <a:xfrm>
            <a:off x="1714501" y="2624974"/>
            <a:ext cx="90296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000" dirty="0">
                <a:latin typeface="DM Sans" panose="020B0604020202020204" charset="0"/>
              </a:rPr>
              <a:t>Class </a:t>
            </a:r>
            <a:r>
              <a:rPr lang="en-US" sz="2000" dirty="0" err="1">
                <a:latin typeface="DM Sans" panose="020B0604020202020204" charset="0"/>
              </a:rPr>
              <a:t>itu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seperti</a:t>
            </a:r>
            <a:r>
              <a:rPr lang="en-US" sz="2000" dirty="0">
                <a:latin typeface="DM Sans" panose="020B0604020202020204" charset="0"/>
              </a:rPr>
              <a:t> object constructor, </a:t>
            </a:r>
            <a:r>
              <a:rPr lang="en-US" sz="2000" dirty="0" err="1">
                <a:latin typeface="DM Sans" panose="020B0604020202020204" charset="0"/>
              </a:rPr>
              <a:t>atau</a:t>
            </a:r>
            <a:r>
              <a:rPr lang="en-US" sz="2000" dirty="0">
                <a:latin typeface="DM Sans" panose="020B0604020202020204" charset="0"/>
              </a:rPr>
              <a:t> “blueprint“ </a:t>
            </a:r>
            <a:r>
              <a:rPr lang="en-US" sz="2000" dirty="0" err="1">
                <a:latin typeface="DM Sans" panose="020B0604020202020204" charset="0"/>
              </a:rPr>
              <a:t>untuk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membuat</a:t>
            </a:r>
            <a:r>
              <a:rPr lang="en-US" sz="2000" dirty="0">
                <a:latin typeface="DM Sans" panose="020B0604020202020204" charset="0"/>
              </a:rPr>
              <a:t> object.</a:t>
            </a:r>
          </a:p>
          <a:p>
            <a:pPr>
              <a:defRPr/>
            </a:pPr>
            <a:r>
              <a:rPr lang="en-US" sz="2000" dirty="0">
                <a:latin typeface="DM Sans" panose="020B0604020202020204" charset="0"/>
              </a:rPr>
              <a:t>Jadi, Langkah </a:t>
            </a:r>
            <a:r>
              <a:rPr lang="en-US" sz="2000" dirty="0" err="1">
                <a:latin typeface="DM Sans" panose="020B0604020202020204" charset="0"/>
              </a:rPr>
              <a:t>awal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untuk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membuat</a:t>
            </a:r>
            <a:r>
              <a:rPr lang="en-US" sz="2000" dirty="0">
                <a:latin typeface="DM Sans" panose="020B0604020202020204" charset="0"/>
              </a:rPr>
              <a:t> object </a:t>
            </a:r>
            <a:r>
              <a:rPr lang="en-US" sz="2000" dirty="0" err="1">
                <a:latin typeface="DM Sans" panose="020B0604020202020204" charset="0"/>
              </a:rPr>
              <a:t>adalah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dengan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membuat</a:t>
            </a:r>
            <a:r>
              <a:rPr lang="en-US" sz="2000" dirty="0">
                <a:latin typeface="DM Sans" panose="020B0604020202020204" charset="0"/>
              </a:rPr>
              <a:t> class </a:t>
            </a:r>
            <a:r>
              <a:rPr lang="en-US" sz="2000" dirty="0" err="1">
                <a:latin typeface="DM Sans" panose="020B0604020202020204" charset="0"/>
              </a:rPr>
              <a:t>terlebih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dahulu</a:t>
            </a:r>
            <a:r>
              <a:rPr lang="en-US" sz="2000" dirty="0">
                <a:latin typeface="DM Sans" panose="020B060402020202020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E949F-DB21-4261-8AF6-37CE60E17488}"/>
              </a:ext>
            </a:extLst>
          </p:cNvPr>
          <p:cNvSpPr txBox="1"/>
          <p:nvPr/>
        </p:nvSpPr>
        <p:spPr>
          <a:xfrm>
            <a:off x="1718128" y="6167310"/>
            <a:ext cx="7273471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C68C3D-8F2A-4B60-AD9E-580D7CA77BEF}"/>
              </a:ext>
            </a:extLst>
          </p:cNvPr>
          <p:cNvSpPr txBox="1"/>
          <p:nvPr/>
        </p:nvSpPr>
        <p:spPr>
          <a:xfrm>
            <a:off x="1714500" y="5177599"/>
            <a:ext cx="90296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000" dirty="0" err="1">
                <a:latin typeface="DM Sans" panose="020B0604020202020204" charset="0"/>
              </a:rPr>
              <a:t>Untuk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membuat</a:t>
            </a:r>
            <a:r>
              <a:rPr lang="en-US" sz="2000" dirty="0">
                <a:latin typeface="DM Sans" panose="020B0604020202020204" charset="0"/>
              </a:rPr>
              <a:t> object </a:t>
            </a:r>
            <a:r>
              <a:rPr lang="en-US" sz="2000" dirty="0" err="1">
                <a:latin typeface="DM Sans" panose="020B0604020202020204" charset="0"/>
              </a:rPr>
              <a:t>dari</a:t>
            </a:r>
            <a:r>
              <a:rPr lang="en-US" sz="2000" dirty="0">
                <a:latin typeface="DM Sans" panose="020B0604020202020204" charset="0"/>
              </a:rPr>
              <a:t> class Main </a:t>
            </a:r>
            <a:r>
              <a:rPr lang="en-US" sz="2000" dirty="0" err="1">
                <a:latin typeface="DM Sans" panose="020B0604020202020204" charset="0"/>
              </a:rPr>
              <a:t>kita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perlu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menyebut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nama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classnya</a:t>
            </a:r>
            <a:r>
              <a:rPr lang="en-US" sz="2000" dirty="0">
                <a:latin typeface="DM Sans" panose="020B0604020202020204" charset="0"/>
              </a:rPr>
              <a:t>, </a:t>
            </a:r>
            <a:r>
              <a:rPr lang="en-US" sz="2000" dirty="0" err="1">
                <a:latin typeface="DM Sans" panose="020B0604020202020204" charset="0"/>
              </a:rPr>
              <a:t>diikuti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dengan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nama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objectnya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lalu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dirty="0" err="1">
                <a:latin typeface="DM Sans" panose="020B0604020202020204" charset="0"/>
              </a:rPr>
              <a:t>gunakan</a:t>
            </a:r>
            <a:r>
              <a:rPr lang="en-US" sz="2000" dirty="0">
                <a:latin typeface="DM Sans" panose="020B0604020202020204" charset="0"/>
              </a:rPr>
              <a:t> </a:t>
            </a:r>
            <a:r>
              <a:rPr lang="en-US" sz="2000" i="1" dirty="0">
                <a:latin typeface="DM Sans" panose="020B0604020202020204" charset="0"/>
              </a:rPr>
              <a:t>keyword</a:t>
            </a:r>
            <a:r>
              <a:rPr lang="en-US" sz="2000" dirty="0">
                <a:latin typeface="DM Sans" panose="020B0604020202020204" charset="0"/>
              </a:rPr>
              <a:t> new :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E70BA4-29B4-4742-8EF7-D39E34170114}"/>
              </a:ext>
            </a:extLst>
          </p:cNvPr>
          <p:cNvSpPr/>
          <p:nvPr/>
        </p:nvSpPr>
        <p:spPr>
          <a:xfrm>
            <a:off x="914400" y="28575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EDFFD5-C56A-4E3D-B85B-D030B671852A}"/>
              </a:ext>
            </a:extLst>
          </p:cNvPr>
          <p:cNvSpPr/>
          <p:nvPr/>
        </p:nvSpPr>
        <p:spPr>
          <a:xfrm>
            <a:off x="914400" y="5300523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649A84-3910-4551-B039-7B1A69700FB4}"/>
              </a:ext>
            </a:extLst>
          </p:cNvPr>
          <p:cNvSpPr/>
          <p:nvPr/>
        </p:nvSpPr>
        <p:spPr>
          <a:xfrm>
            <a:off x="11963400" y="3980082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  <a:endParaRPr lang="en-ID" sz="2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39AF35-FAFE-4247-8AD2-09EA5370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271" y="4543110"/>
            <a:ext cx="4038600" cy="476313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B486883-D5C1-41A1-AA0C-26373BA68F0A}"/>
              </a:ext>
            </a:extLst>
          </p:cNvPr>
          <p:cNvSpPr txBox="1"/>
          <p:nvPr/>
        </p:nvSpPr>
        <p:spPr>
          <a:xfrm>
            <a:off x="12531271" y="4027164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38200" y="1668971"/>
            <a:ext cx="7128251" cy="11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600"/>
              </a:lnSpc>
            </a:pPr>
            <a:r>
              <a:rPr lang="en-US" sz="6000" spc="-96" dirty="0" err="1">
                <a:solidFill>
                  <a:srgbClr val="000000"/>
                </a:solidFill>
                <a:latin typeface="DM Sans Bold"/>
              </a:rPr>
              <a:t>Tipe</a:t>
            </a:r>
            <a:r>
              <a:rPr lang="en-US" sz="6000" spc="-96" dirty="0">
                <a:solidFill>
                  <a:srgbClr val="000000"/>
                </a:solidFill>
                <a:latin typeface="DM Sans Bold"/>
              </a:rPr>
              <a:t> Data </a:t>
            </a:r>
            <a:r>
              <a:rPr lang="en-US" sz="6000" spc="-96" dirty="0" err="1">
                <a:solidFill>
                  <a:srgbClr val="000000"/>
                </a:solidFill>
                <a:latin typeface="DM Sans Bold"/>
              </a:rPr>
              <a:t>Primitif</a:t>
            </a:r>
            <a:endParaRPr lang="en-US" sz="6000" spc="-96" dirty="0">
              <a:solidFill>
                <a:srgbClr val="000000"/>
              </a:solidFill>
              <a:latin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38200" y="3055131"/>
            <a:ext cx="6934200" cy="2595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</a:pP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data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dasar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tersedia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secara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langsung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pada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suatu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bahasa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pemrograman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.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Sebagai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contoh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solidFill>
                  <a:srgbClr val="333333"/>
                </a:solidFill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solidFill>
                  <a:srgbClr val="333333"/>
                </a:solidFill>
                <a:effectLst/>
                <a:latin typeface="DM Sans" panose="020B0604020202020204" charset="0"/>
              </a:rPr>
              <a:t> data integer dan char.</a:t>
            </a:r>
          </a:p>
          <a:p>
            <a:pPr marL="0" lvl="0" indent="0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DM Sans" panose="020B0604020202020204" charset="0"/>
            </a:endParaRPr>
          </a:p>
          <a:p>
            <a:pPr marL="0" lvl="0" indent="0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DM Sans"/>
              </a:rPr>
              <a:t>Ukurannya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tetap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dan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tersedia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diakses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di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seluruh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program.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813485C-05B7-437F-B5B9-05FB9232639D}"/>
              </a:ext>
            </a:extLst>
          </p:cNvPr>
          <p:cNvSpPr/>
          <p:nvPr/>
        </p:nvSpPr>
        <p:spPr>
          <a:xfrm>
            <a:off x="9343389" y="255367"/>
            <a:ext cx="8647954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AD8EAAE7-9930-4973-970E-1284E7DD0395}"/>
              </a:ext>
            </a:extLst>
          </p:cNvPr>
          <p:cNvSpPr txBox="1"/>
          <p:nvPr/>
        </p:nvSpPr>
        <p:spPr>
          <a:xfrm>
            <a:off x="9362285" y="411124"/>
            <a:ext cx="8516332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Primitive Data Type vs Composite Data Type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72B12103-01A0-4961-AE21-3A7C7BCA432F}"/>
              </a:ext>
            </a:extLst>
          </p:cNvPr>
          <p:cNvSpPr txBox="1"/>
          <p:nvPr/>
        </p:nvSpPr>
        <p:spPr>
          <a:xfrm>
            <a:off x="8534400" y="1668971"/>
            <a:ext cx="7128251" cy="11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600"/>
              </a:lnSpc>
            </a:pPr>
            <a:r>
              <a:rPr lang="en-US" sz="6000" spc="-96" dirty="0" err="1">
                <a:solidFill>
                  <a:srgbClr val="000000"/>
                </a:solidFill>
                <a:latin typeface="DM Sans Bold"/>
              </a:rPr>
              <a:t>Tipe</a:t>
            </a:r>
            <a:r>
              <a:rPr lang="en-US" sz="6000" spc="-96" dirty="0">
                <a:solidFill>
                  <a:srgbClr val="000000"/>
                </a:solidFill>
                <a:latin typeface="DM Sans Bold"/>
              </a:rPr>
              <a:t> Data </a:t>
            </a:r>
            <a:r>
              <a:rPr lang="en-US" sz="6000" spc="-96" dirty="0" err="1">
                <a:solidFill>
                  <a:srgbClr val="000000"/>
                </a:solidFill>
                <a:latin typeface="DM Sans Bold"/>
              </a:rPr>
              <a:t>Komposit</a:t>
            </a:r>
            <a:endParaRPr lang="en-US" sz="6000" spc="-96" dirty="0">
              <a:solidFill>
                <a:srgbClr val="000000"/>
              </a:solidFill>
              <a:latin typeface="DM Sans Bold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F66432BD-83BE-4525-A5EC-2C8D0F3BE163}"/>
              </a:ext>
            </a:extLst>
          </p:cNvPr>
          <p:cNvSpPr txBox="1"/>
          <p:nvPr/>
        </p:nvSpPr>
        <p:spPr>
          <a:xfrm>
            <a:off x="8534399" y="3055131"/>
            <a:ext cx="9107775" cy="2595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</a:pP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effectLst/>
                <a:latin typeface="DM Sans" panose="020B0604020202020204" charset="0"/>
              </a:rPr>
              <a:t> data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bentukan</a:t>
            </a:r>
            <a:r>
              <a:rPr lang="en-ID" sz="2400" b="0" i="0" dirty="0">
                <a:effectLst/>
                <a:latin typeface="DM Sans" panose="020B0604020202020204" charset="0"/>
              </a:rPr>
              <a:t> yang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terdiri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dua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lebih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effectLst/>
                <a:latin typeface="DM Sans" panose="020B0604020202020204" charset="0"/>
              </a:rPr>
              <a:t> data primitive.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Contohnya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effectLst/>
                <a:latin typeface="DM Sans" panose="020B0604020202020204" charset="0"/>
              </a:rPr>
              <a:t> data string (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bentukan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tipe</a:t>
            </a:r>
            <a:r>
              <a:rPr lang="en-ID" sz="2400" b="0" i="0" dirty="0">
                <a:effectLst/>
                <a:latin typeface="DM Sans" panose="020B0604020202020204" charset="0"/>
              </a:rPr>
              <a:t> data char ).</a:t>
            </a:r>
          </a:p>
          <a:p>
            <a:pPr marL="0" lvl="0" indent="0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DM Sans"/>
            </a:endParaRPr>
          </a:p>
          <a:p>
            <a:pPr marL="0" lvl="0" indent="0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DM Sans"/>
              </a:rPr>
              <a:t>Ukuran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tipe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data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bervariasi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tergantung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pada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deklarasi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mereka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302048-488B-4648-AF37-3BDAC014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54998"/>
            <a:ext cx="8237357" cy="4270519"/>
          </a:xfrm>
          <a:prstGeom prst="rect">
            <a:avLst/>
          </a:prstGeom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97575D0-711D-48BB-ABB3-C4D7A289E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512" y="5651951"/>
            <a:ext cx="4895707" cy="398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36220" y="1221682"/>
            <a:ext cx="2997580" cy="110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00"/>
              </a:lnSpc>
            </a:pPr>
            <a:r>
              <a:rPr lang="en-US" sz="8300" spc="-83" dirty="0">
                <a:solidFill>
                  <a:schemeClr val="accent2"/>
                </a:solidFill>
                <a:latin typeface="DM Sans Bold"/>
              </a:rPr>
              <a:t>Array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600" y="2552700"/>
            <a:ext cx="8229600" cy="390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DM Sans"/>
              </a:rPr>
              <a:t>Array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adalah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suatu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variavel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yang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terdiri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dari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sekumpulan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data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dimana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data-data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tersebut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mempunyai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tipe</a:t>
            </a:r>
            <a:r>
              <a:rPr lang="en-US" sz="2400" dirty="0">
                <a:solidFill>
                  <a:schemeClr val="accent2"/>
                </a:solidFill>
                <a:latin typeface="DM Sans"/>
              </a:rPr>
              <a:t> data yang </a:t>
            </a:r>
            <a:r>
              <a:rPr lang="en-US" sz="2400" dirty="0" err="1">
                <a:solidFill>
                  <a:schemeClr val="accent2"/>
                </a:solidFill>
                <a:latin typeface="DM Sans"/>
              </a:rPr>
              <a:t>sama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DM Sans"/>
              </a:rPr>
              <a:t>Setiap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data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disimpan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alamat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memori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berbeda-beda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dan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disebut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dengan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elemen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array.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DM Sans"/>
              </a:rPr>
              <a:t>Array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menyimpan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elemen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null.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DM San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instansiasi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pembuatan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object, Array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perlu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ditentukan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terlebih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dahulu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panjangnya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.</a:t>
            </a:r>
          </a:p>
          <a:p>
            <a:pPr lvl="0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10" name="Freeform 25">
            <a:extLst>
              <a:ext uri="{FF2B5EF4-FFF2-40B4-BE49-F238E27FC236}">
                <a16:creationId xmlns:a16="http://schemas.microsoft.com/office/drawing/2014/main" id="{1DBB7882-80DF-4A24-8424-D756C60585BF}"/>
              </a:ext>
            </a:extLst>
          </p:cNvPr>
          <p:cNvSpPr/>
          <p:nvPr/>
        </p:nvSpPr>
        <p:spPr>
          <a:xfrm>
            <a:off x="14554200" y="329692"/>
            <a:ext cx="3360943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63FB440A-6D7D-4E21-898B-71601B22E722}"/>
              </a:ext>
            </a:extLst>
          </p:cNvPr>
          <p:cNvSpPr txBox="1"/>
          <p:nvPr/>
        </p:nvSpPr>
        <p:spPr>
          <a:xfrm>
            <a:off x="14706600" y="477190"/>
            <a:ext cx="3103959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Array &amp; List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8999703B-3449-40F9-8E45-0EB26562F473}"/>
              </a:ext>
            </a:extLst>
          </p:cNvPr>
          <p:cNvSpPr txBox="1"/>
          <p:nvPr/>
        </p:nvSpPr>
        <p:spPr>
          <a:xfrm>
            <a:off x="9906000" y="1257300"/>
            <a:ext cx="2997580" cy="1102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00"/>
              </a:lnSpc>
            </a:pPr>
            <a:r>
              <a:rPr lang="en-US" sz="8300" spc="-83" dirty="0">
                <a:solidFill>
                  <a:schemeClr val="accent4"/>
                </a:solidFill>
                <a:latin typeface="DM Sans Bold"/>
              </a:rPr>
              <a:t>List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979AFE5-DF77-4A8E-9041-1090801DD3E4}"/>
              </a:ext>
            </a:extLst>
          </p:cNvPr>
          <p:cNvSpPr txBox="1">
            <a:spLocks/>
          </p:cNvSpPr>
          <p:nvPr/>
        </p:nvSpPr>
        <p:spPr>
          <a:xfrm>
            <a:off x="601449" y="7639811"/>
            <a:ext cx="10803341" cy="291388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err="1">
                <a:latin typeface="DM Sans" panose="020B0604020202020204" charset="0"/>
                <a:cs typeface="Courier New" panose="02070309020205020404" pitchFamily="49" charset="0"/>
              </a:rPr>
              <a:t>Contoh</a:t>
            </a:r>
            <a:r>
              <a:rPr lang="en-US" sz="2400" dirty="0">
                <a:latin typeface="DM Sans" panose="020B0604020202020204" charset="0"/>
                <a:cs typeface="Courier New" panose="02070309020205020404" pitchFamily="49" charset="0"/>
              </a:rPr>
              <a:t> array</a:t>
            </a:r>
            <a:br>
              <a:rPr lang="en-US" sz="2400" dirty="0">
                <a:latin typeface="DM Sans" panose="020B0604020202020204" charset="0"/>
                <a:cs typeface="Courier New" panose="02070309020205020404" pitchFamily="49" charset="0"/>
              </a:rPr>
            </a:br>
            <a:br>
              <a:rPr lang="en-US" sz="2400" dirty="0">
                <a:latin typeface="+mn-lt"/>
                <a:cs typeface="Courier New" panose="02070309020205020404" pitchFamily="49" charset="0"/>
              </a:rPr>
            </a:br>
            <a:br>
              <a:rPr lang="en-US" sz="2400" dirty="0">
                <a:latin typeface="+mn-lt"/>
                <a:cs typeface="Courier New" panose="02070309020205020404" pitchFamily="49" charset="0"/>
              </a:rPr>
            </a:br>
            <a:r>
              <a:rPr lang="en-US" sz="2400" dirty="0" err="1">
                <a:latin typeface="DM Sans" panose="020B0604020202020204" charset="0"/>
                <a:cs typeface="Courier New" panose="02070309020205020404" pitchFamily="49" charset="0"/>
              </a:rPr>
              <a:t>Contoh</a:t>
            </a:r>
            <a:r>
              <a:rPr lang="en-US" sz="2400" dirty="0">
                <a:latin typeface="DM Sans" panose="020B0604020202020204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DM Sans" panose="020B0604020202020204" charset="0"/>
                <a:cs typeface="Courier New" panose="02070309020205020404" pitchFamily="49" charset="0"/>
              </a:rPr>
              <a:t>deklarasi</a:t>
            </a:r>
            <a:r>
              <a:rPr lang="en-US" sz="2400" dirty="0">
                <a:latin typeface="DM Sans" panose="020B0604020202020204" charset="0"/>
                <a:cs typeface="Courier New" panose="02070309020205020404" pitchFamily="49" charset="0"/>
              </a:rPr>
              <a:t> array pada java</a:t>
            </a:r>
            <a:br>
              <a:rPr lang="en-US" sz="2400" dirty="0">
                <a:latin typeface="+mn-lt"/>
                <a:cs typeface="Courier New" panose="02070309020205020404" pitchFamily="49" charset="0"/>
              </a:rPr>
            </a:br>
            <a:br>
              <a:rPr lang="en-US" sz="2400" dirty="0">
                <a:latin typeface="+mn-lt"/>
                <a:cs typeface="Courier New" panose="02070309020205020404" pitchFamily="49" charset="0"/>
              </a:rPr>
            </a:br>
            <a:r>
              <a:rPr lang="en-US" sz="2400" dirty="0">
                <a:latin typeface="+mn-lt"/>
                <a:cs typeface="Courier New" panose="02070309020205020404" pitchFamily="49" charset="0"/>
              </a:rPr>
              <a:t>				</a:t>
            </a:r>
            <a:r>
              <a:rPr lang="en-US" sz="2400" dirty="0" err="1">
                <a:latin typeface="DM Sans" panose="020B0604020202020204" charset="0"/>
                <a:cs typeface="Courier New" panose="02070309020205020404" pitchFamily="49" charset="0"/>
              </a:rPr>
              <a:t>atau</a:t>
            </a:r>
            <a:br>
              <a:rPr lang="en-US" sz="2400" dirty="0">
                <a:latin typeface="+mn-lt"/>
                <a:cs typeface="Courier New" panose="02070309020205020404" pitchFamily="49" charset="0"/>
              </a:rPr>
            </a:br>
            <a:endParaRPr lang="en-ID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339856D-BE76-413F-A5CD-F852AF413C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7491034"/>
            <a:ext cx="5668010" cy="10572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50C69FE-46A2-4254-AA18-C1EF07B628E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9452789"/>
            <a:ext cx="3095625" cy="419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E4AD44C-0091-41B5-A8A0-2454028A871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9424214"/>
            <a:ext cx="3067050" cy="476250"/>
          </a:xfrm>
          <a:prstGeom prst="rect">
            <a:avLst/>
          </a:prstGeom>
        </p:spPr>
      </p:pic>
      <p:sp>
        <p:nvSpPr>
          <p:cNvPr id="34" name="TextBox 5">
            <a:extLst>
              <a:ext uri="{FF2B5EF4-FFF2-40B4-BE49-F238E27FC236}">
                <a16:creationId xmlns:a16="http://schemas.microsoft.com/office/drawing/2014/main" id="{FD77DF0D-4412-4483-A749-12889A96440E}"/>
              </a:ext>
            </a:extLst>
          </p:cNvPr>
          <p:cNvSpPr txBox="1"/>
          <p:nvPr/>
        </p:nvSpPr>
        <p:spPr>
          <a:xfrm>
            <a:off x="9260114" y="2552700"/>
            <a:ext cx="8229600" cy="564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List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adalah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suatu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interface</a:t>
            </a:r>
            <a:r>
              <a:rPr lang="en-US" sz="2400" dirty="0">
                <a:latin typeface="DM Sans" panose="020B0604020202020204" charset="0"/>
              </a:rPr>
              <a:t>, list di Java </a:t>
            </a:r>
            <a:r>
              <a:rPr lang="en-US" sz="2400" dirty="0" err="1">
                <a:latin typeface="DM Sans" panose="020B0604020202020204" charset="0"/>
              </a:rPr>
              <a:t>menyediakan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fasilitas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untuk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memelihara</a:t>
            </a:r>
            <a:r>
              <a:rPr lang="en-US" sz="2400" dirty="0">
                <a:latin typeface="DM Sans" panose="020B0604020202020204" charset="0"/>
              </a:rPr>
              <a:t> data </a:t>
            </a:r>
            <a:r>
              <a:rPr lang="en-US" sz="2400" dirty="0" err="1">
                <a:latin typeface="DM Sans" panose="020B0604020202020204" charset="0"/>
              </a:rPr>
              <a:t>berurut</a:t>
            </a:r>
            <a:r>
              <a:rPr lang="en-US" sz="2400" dirty="0">
                <a:latin typeface="DM Sans" panose="020B0604020202020204" charset="0"/>
              </a:rPr>
              <a:t> (</a:t>
            </a:r>
            <a:r>
              <a:rPr lang="en-US" sz="2400" dirty="0" err="1">
                <a:latin typeface="DM Sans" panose="020B0604020202020204" charset="0"/>
              </a:rPr>
              <a:t>koleksi</a:t>
            </a:r>
            <a:r>
              <a:rPr lang="en-US" sz="2400" dirty="0">
                <a:latin typeface="DM Sans" panose="020B0604020202020204" charset="0"/>
              </a:rPr>
              <a:t>).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DM Sans" panose="020B0604020202020204" charset="0"/>
              </a:rPr>
              <a:t>List </a:t>
            </a:r>
            <a:r>
              <a:rPr lang="en-US" sz="2400" dirty="0" err="1">
                <a:latin typeface="DM Sans" panose="020B0604020202020204" charset="0"/>
              </a:rPr>
              <a:t>memuat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metode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berbasis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indeks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untuk</a:t>
            </a:r>
            <a:r>
              <a:rPr lang="en-US" sz="2400" dirty="0">
                <a:latin typeface="DM Sans" panose="020B0604020202020204" charset="0"/>
              </a:rPr>
              <a:t> insert, update, delete, dan search </a:t>
            </a:r>
            <a:r>
              <a:rPr lang="en-US" sz="2400" dirty="0" err="1">
                <a:latin typeface="DM Sans" panose="020B0604020202020204" charset="0"/>
              </a:rPr>
              <a:t>elemen</a:t>
            </a:r>
            <a:r>
              <a:rPr lang="en-US" sz="2400" dirty="0">
                <a:latin typeface="DM Sans" panose="020B0604020202020204" charset="0"/>
              </a:rPr>
              <a:t>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DM Sans" panose="020B0604020202020204" charset="0"/>
              </a:rPr>
              <a:t>List </a:t>
            </a:r>
            <a:r>
              <a:rPr lang="en-US" sz="2400" dirty="0" err="1">
                <a:latin typeface="DM Sans" panose="020B0604020202020204" charset="0"/>
              </a:rPr>
              <a:t>dapat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menerima</a:t>
            </a:r>
            <a:r>
              <a:rPr lang="en-US" sz="2400" dirty="0">
                <a:latin typeface="DM Sans" panose="020B0604020202020204" charset="0"/>
              </a:rPr>
              <a:t> data </a:t>
            </a:r>
            <a:r>
              <a:rPr lang="en-US" sz="2400" dirty="0" err="1">
                <a:latin typeface="DM Sans" panose="020B0604020202020204" charset="0"/>
              </a:rPr>
              <a:t>duplikat</a:t>
            </a:r>
            <a:r>
              <a:rPr lang="en-US" sz="2400" dirty="0">
                <a:latin typeface="DM Sans" panose="020B0604020202020204" charset="0"/>
              </a:rPr>
              <a:t>, juga </a:t>
            </a:r>
            <a:r>
              <a:rPr lang="en-US" sz="2400" dirty="0" err="1">
                <a:latin typeface="DM Sans" panose="020B0604020202020204" charset="0"/>
              </a:rPr>
              <a:t>dapat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menyimpan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elemen</a:t>
            </a:r>
            <a:r>
              <a:rPr lang="en-US" sz="2400" dirty="0">
                <a:latin typeface="DM Sans" panose="020B0604020202020204" charset="0"/>
              </a:rPr>
              <a:t> null.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implementasi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class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dari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list interface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adalah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ArrayList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, LinkedList, Stack dan Vector.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DM Sans" panose="020B0604020202020204" charset="0"/>
              </a:rPr>
              <a:t>ArrayList</a:t>
            </a:r>
            <a:r>
              <a:rPr lang="en-US" sz="2400" dirty="0">
                <a:latin typeface="DM Sans" panose="020B0604020202020204" charset="0"/>
              </a:rPr>
              <a:t> dan LinkedList </a:t>
            </a:r>
            <a:r>
              <a:rPr lang="en-US" sz="2400" dirty="0" err="1">
                <a:latin typeface="DM Sans" panose="020B0604020202020204" charset="0"/>
              </a:rPr>
              <a:t>banyak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digunakan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dalam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pemrograman</a:t>
            </a:r>
            <a:r>
              <a:rPr lang="en-US" sz="2400" dirty="0">
                <a:latin typeface="DM Sans" panose="020B0604020202020204" charset="0"/>
              </a:rPr>
              <a:t> Java. </a:t>
            </a:r>
          </a:p>
          <a:p>
            <a:pPr marL="342900" lvl="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DM Sans" panose="020B0604020202020204" charset="0"/>
            </a:endParaRPr>
          </a:p>
          <a:p>
            <a:pPr>
              <a:lnSpc>
                <a:spcPts val="3359"/>
              </a:lnSpc>
            </a:pP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ArrayList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adalah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Class yang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sangat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berguna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untuk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menyimpan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DM Sans" panose="020B0604020202020204" charset="0"/>
              </a:rPr>
              <a:t>objek</a:t>
            </a:r>
            <a:r>
              <a:rPr lang="en-US" sz="2400" dirty="0">
                <a:solidFill>
                  <a:schemeClr val="accent4"/>
                </a:solidFill>
                <a:latin typeface="DM Sans" panose="020B0604020202020204" charset="0"/>
              </a:rPr>
              <a:t>. </a:t>
            </a:r>
            <a:r>
              <a:rPr lang="en-US" sz="2400" dirty="0" err="1">
                <a:latin typeface="DM Sans" panose="020B0604020202020204" charset="0"/>
              </a:rPr>
              <a:t>Contoh</a:t>
            </a:r>
            <a:r>
              <a:rPr lang="en-US" sz="2400" dirty="0">
                <a:latin typeface="DM Sans" panose="020B0604020202020204" charset="0"/>
              </a:rPr>
              <a:t> :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AA7ABE29-CE5F-4F46-BFA6-A7DA5230F193}"/>
              </a:ext>
            </a:extLst>
          </p:cNvPr>
          <p:cNvSpPr txBox="1">
            <a:spLocks/>
          </p:cNvSpPr>
          <p:nvPr/>
        </p:nvSpPr>
        <p:spPr>
          <a:xfrm>
            <a:off x="9296400" y="8240583"/>
            <a:ext cx="7093030" cy="18559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List&lt;String&gt; data = 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data.add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"Data 1"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(String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dataList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data) {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dataList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D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2360539"/>
            <a:ext cx="17384733" cy="7373171"/>
            <a:chOff x="0" y="0"/>
            <a:chExt cx="9620467" cy="4080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408020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51633" y="391366"/>
            <a:ext cx="12045167" cy="127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5400" spc="-80" dirty="0">
                <a:solidFill>
                  <a:srgbClr val="000000"/>
                </a:solidFill>
                <a:latin typeface="DM Sans Bold"/>
              </a:rPr>
              <a:t>DEMO PROGRAM ARRAY SEDERHANA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31CC9-9974-4CD2-9249-D7CF8E845FC7}"/>
              </a:ext>
            </a:extLst>
          </p:cNvPr>
          <p:cNvSpPr txBox="1"/>
          <p:nvPr/>
        </p:nvSpPr>
        <p:spPr>
          <a:xfrm>
            <a:off x="576976" y="3779340"/>
            <a:ext cx="35814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9804D927-B838-4BB1-BBAD-94061FA46037}"/>
              </a:ext>
            </a:extLst>
          </p:cNvPr>
          <p:cNvSpPr txBox="1"/>
          <p:nvPr/>
        </p:nvSpPr>
        <p:spPr>
          <a:xfrm>
            <a:off x="596870" y="4334331"/>
            <a:ext cx="8382000" cy="2158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DM Sans"/>
              </a:rPr>
              <a:t>Kita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telah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mendeklarasikan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menyimpan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array string.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memasukkan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nilai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ke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dalamnya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menggunakan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penulisan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array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seperti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biasa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tempatkan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nilai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daftar yang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dipisahkan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koma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, di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kurung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kurawal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B792F-BE4B-4F5A-A4EA-D833BBB312FC}"/>
              </a:ext>
            </a:extLst>
          </p:cNvPr>
          <p:cNvSpPr txBox="1"/>
          <p:nvPr/>
        </p:nvSpPr>
        <p:spPr>
          <a:xfrm>
            <a:off x="576976" y="6645817"/>
            <a:ext cx="8097094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"Mazda"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C50040AB-6E0F-4DA0-95C9-4346B897D6EF}"/>
              </a:ext>
            </a:extLst>
          </p:cNvPr>
          <p:cNvSpPr txBox="1"/>
          <p:nvPr/>
        </p:nvSpPr>
        <p:spPr>
          <a:xfrm>
            <a:off x="596870" y="2781300"/>
            <a:ext cx="8382000" cy="850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DM Sa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mendeklarasikan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array,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tentukan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tipe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dengan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tanda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kurung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DM Sans"/>
              </a:rPr>
              <a:t>siku</a:t>
            </a:r>
            <a:r>
              <a:rPr lang="en-US" sz="2400" dirty="0">
                <a:solidFill>
                  <a:srgbClr val="000000"/>
                </a:solidFill>
                <a:latin typeface="DM Sans"/>
              </a:rPr>
              <a:t>: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AB1E151D-8DEF-48D1-B846-33D45735835C}"/>
              </a:ext>
            </a:extLst>
          </p:cNvPr>
          <p:cNvGrpSpPr/>
          <p:nvPr/>
        </p:nvGrpSpPr>
        <p:grpSpPr>
          <a:xfrm>
            <a:off x="16383000" y="978197"/>
            <a:ext cx="1266948" cy="1082911"/>
            <a:chOff x="0" y="0"/>
            <a:chExt cx="1913159" cy="1440629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15B31729-F832-458E-BF5C-FF3F1D03F94E}"/>
                </a:ext>
              </a:extLst>
            </p:cNvPr>
            <p:cNvGrpSpPr/>
            <p:nvPr/>
          </p:nvGrpSpPr>
          <p:grpSpPr>
            <a:xfrm>
              <a:off x="0" y="0"/>
              <a:ext cx="1913159" cy="1440629"/>
              <a:chOff x="0" y="0"/>
              <a:chExt cx="4187627" cy="3153327"/>
            </a:xfrm>
          </p:grpSpPr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A7C47351-7E1C-4043-9B0C-7EC3B25EFF96}"/>
                  </a:ext>
                </a:extLst>
              </p:cNvPr>
              <p:cNvSpPr/>
              <p:nvPr/>
            </p:nvSpPr>
            <p:spPr>
              <a:xfrm>
                <a:off x="0" y="218439"/>
                <a:ext cx="4187627" cy="2934888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69BE50E5-C1DE-43C5-B206-80CB254DBDC3}"/>
                  </a:ext>
                </a:extLst>
              </p:cNvPr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21A00E70-ED55-49DE-AE44-CB38179D71A0}"/>
                </a:ext>
              </a:extLst>
            </p:cNvPr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479D3AA-5A2B-46F8-BA53-D784CE1E2848}"/>
              </a:ext>
            </a:extLst>
          </p:cNvPr>
          <p:cNvSpPr txBox="1"/>
          <p:nvPr/>
        </p:nvSpPr>
        <p:spPr>
          <a:xfrm>
            <a:off x="9206671" y="2657510"/>
            <a:ext cx="8097094" cy="440120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  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"Mazda"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array pada index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tertentu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(cars[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menggunakan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enhanced for loop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cars)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DA4B3-3B41-4DBE-BEFC-20661DD713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40" r="26187" b="44633"/>
          <a:stretch/>
        </p:blipFill>
        <p:spPr>
          <a:xfrm>
            <a:off x="14173200" y="7316718"/>
            <a:ext cx="3037255" cy="21589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4DB37F-8BD7-4862-B3D6-8C889A6E4FB5}"/>
              </a:ext>
            </a:extLst>
          </p:cNvPr>
          <p:cNvSpPr txBox="1"/>
          <p:nvPr/>
        </p:nvSpPr>
        <p:spPr>
          <a:xfrm>
            <a:off x="13266104" y="7316718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50E617-5A98-4638-A415-120A1415C224}"/>
              </a:ext>
            </a:extLst>
          </p:cNvPr>
          <p:cNvSpPr/>
          <p:nvPr/>
        </p:nvSpPr>
        <p:spPr>
          <a:xfrm>
            <a:off x="8690616" y="265751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121BD4-F84A-4AC4-929B-BEA9C2708C94}"/>
              </a:ext>
            </a:extLst>
          </p:cNvPr>
          <p:cNvSpPr/>
          <p:nvPr/>
        </p:nvSpPr>
        <p:spPr>
          <a:xfrm>
            <a:off x="12801600" y="7301632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2360539"/>
            <a:ext cx="17384733" cy="7373171"/>
            <a:chOff x="0" y="0"/>
            <a:chExt cx="9620467" cy="4080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408020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D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51633" y="391366"/>
            <a:ext cx="12045167" cy="1370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>
                <a:solidFill>
                  <a:srgbClr val="000000"/>
                </a:solidFill>
                <a:latin typeface="DM Sans Bold"/>
              </a:rPr>
              <a:t>DEMO PROGRAM ARRAY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31CC9-9974-4CD2-9249-D7CF8E845FC7}"/>
              </a:ext>
            </a:extLst>
          </p:cNvPr>
          <p:cNvSpPr txBox="1"/>
          <p:nvPr/>
        </p:nvSpPr>
        <p:spPr>
          <a:xfrm>
            <a:off x="2481976" y="3692633"/>
            <a:ext cx="6357224" cy="47089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BelajarJava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);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);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nilai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 );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AB1E151D-8DEF-48D1-B846-33D45735835C}"/>
              </a:ext>
            </a:extLst>
          </p:cNvPr>
          <p:cNvGrpSpPr/>
          <p:nvPr/>
        </p:nvGrpSpPr>
        <p:grpSpPr>
          <a:xfrm>
            <a:off x="16383000" y="978197"/>
            <a:ext cx="1266948" cy="1082911"/>
            <a:chOff x="0" y="0"/>
            <a:chExt cx="1913159" cy="1440629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15B31729-F832-458E-BF5C-FF3F1D03F94E}"/>
                </a:ext>
              </a:extLst>
            </p:cNvPr>
            <p:cNvGrpSpPr/>
            <p:nvPr/>
          </p:nvGrpSpPr>
          <p:grpSpPr>
            <a:xfrm>
              <a:off x="0" y="0"/>
              <a:ext cx="1913159" cy="1440629"/>
              <a:chOff x="0" y="0"/>
              <a:chExt cx="4187627" cy="3153327"/>
            </a:xfrm>
          </p:grpSpPr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A7C47351-7E1C-4043-9B0C-7EC3B25EFF96}"/>
                  </a:ext>
                </a:extLst>
              </p:cNvPr>
              <p:cNvSpPr/>
              <p:nvPr/>
            </p:nvSpPr>
            <p:spPr>
              <a:xfrm>
                <a:off x="0" y="218439"/>
                <a:ext cx="4187627" cy="2934888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69BE50E5-C1DE-43C5-B206-80CB254DBDC3}"/>
                  </a:ext>
                </a:extLst>
              </p:cNvPr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21A00E70-ED55-49DE-AE44-CB38179D71A0}"/>
                </a:ext>
              </a:extLst>
            </p:cNvPr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A762433-8451-451C-B8A7-628C021B3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372" b="37077"/>
          <a:stretch/>
        </p:blipFill>
        <p:spPr>
          <a:xfrm>
            <a:off x="10210800" y="4277963"/>
            <a:ext cx="4495800" cy="390992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140A355-F5E9-41DA-9DFB-45F8FC8A67AB}"/>
              </a:ext>
            </a:extLst>
          </p:cNvPr>
          <p:cNvSpPr/>
          <p:nvPr/>
        </p:nvSpPr>
        <p:spPr>
          <a:xfrm>
            <a:off x="1989541" y="3723409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1C3C43-108D-465D-A714-A9D7062F051B}"/>
              </a:ext>
            </a:extLst>
          </p:cNvPr>
          <p:cNvSpPr/>
          <p:nvPr/>
        </p:nvSpPr>
        <p:spPr>
          <a:xfrm>
            <a:off x="9732628" y="38481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A7E0C-F638-4A14-ABDC-03A5FD67159D}"/>
              </a:ext>
            </a:extLst>
          </p:cNvPr>
          <p:cNvSpPr txBox="1"/>
          <p:nvPr/>
        </p:nvSpPr>
        <p:spPr>
          <a:xfrm>
            <a:off x="10254731" y="3848100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</p:spTree>
    <p:extLst>
      <p:ext uri="{BB962C8B-B14F-4D97-AF65-F5344CB8AC3E}">
        <p14:creationId xmlns:p14="http://schemas.microsoft.com/office/powerpoint/2010/main" val="330878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2360539"/>
            <a:ext cx="17384733" cy="7373171"/>
            <a:chOff x="0" y="0"/>
            <a:chExt cx="9620467" cy="4080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408020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D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51633" y="391366"/>
            <a:ext cx="14254967" cy="1370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>
                <a:solidFill>
                  <a:srgbClr val="000000"/>
                </a:solidFill>
                <a:latin typeface="DM Sans Bold"/>
              </a:rPr>
              <a:t>DEMO PROGRAM ARRAYLIST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31CC9-9974-4CD2-9249-D7CF8E845FC7}"/>
              </a:ext>
            </a:extLst>
          </p:cNvPr>
          <p:cNvSpPr txBox="1"/>
          <p:nvPr/>
        </p:nvSpPr>
        <p:spPr>
          <a:xfrm>
            <a:off x="1406835" y="4277999"/>
            <a:ext cx="7957424" cy="378565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java.util.ArrayList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"Mazda"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(cars);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AB1E151D-8DEF-48D1-B846-33D45735835C}"/>
              </a:ext>
            </a:extLst>
          </p:cNvPr>
          <p:cNvGrpSpPr/>
          <p:nvPr/>
        </p:nvGrpSpPr>
        <p:grpSpPr>
          <a:xfrm>
            <a:off x="16383000" y="978197"/>
            <a:ext cx="1266948" cy="1082911"/>
            <a:chOff x="0" y="0"/>
            <a:chExt cx="1913159" cy="1440629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15B31729-F832-458E-BF5C-FF3F1D03F94E}"/>
                </a:ext>
              </a:extLst>
            </p:cNvPr>
            <p:cNvGrpSpPr/>
            <p:nvPr/>
          </p:nvGrpSpPr>
          <p:grpSpPr>
            <a:xfrm>
              <a:off x="0" y="0"/>
              <a:ext cx="1913159" cy="1440629"/>
              <a:chOff x="0" y="0"/>
              <a:chExt cx="4187627" cy="3153327"/>
            </a:xfrm>
          </p:grpSpPr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A7C47351-7E1C-4043-9B0C-7EC3B25EFF96}"/>
                  </a:ext>
                </a:extLst>
              </p:cNvPr>
              <p:cNvSpPr/>
              <p:nvPr/>
            </p:nvSpPr>
            <p:spPr>
              <a:xfrm>
                <a:off x="0" y="218439"/>
                <a:ext cx="4187627" cy="2934888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69BE50E5-C1DE-43C5-B206-80CB254DBDC3}"/>
                  </a:ext>
                </a:extLst>
              </p:cNvPr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21A00E70-ED55-49DE-AE44-CB38179D71A0}"/>
                </a:ext>
              </a:extLst>
            </p:cNvPr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F140A355-F5E9-41DA-9DFB-45F8FC8A67AB}"/>
              </a:ext>
            </a:extLst>
          </p:cNvPr>
          <p:cNvSpPr/>
          <p:nvPr/>
        </p:nvSpPr>
        <p:spPr>
          <a:xfrm>
            <a:off x="914400" y="3979424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1C3C43-108D-465D-A714-A9D7062F051B}"/>
              </a:ext>
            </a:extLst>
          </p:cNvPr>
          <p:cNvSpPr/>
          <p:nvPr/>
        </p:nvSpPr>
        <p:spPr>
          <a:xfrm>
            <a:off x="10668000" y="38481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A7E0C-F638-4A14-ABDC-03A5FD67159D}"/>
              </a:ext>
            </a:extLst>
          </p:cNvPr>
          <p:cNvSpPr txBox="1"/>
          <p:nvPr/>
        </p:nvSpPr>
        <p:spPr>
          <a:xfrm>
            <a:off x="11190103" y="3848100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BE34DA-879B-4342-BD67-FD1667088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516863"/>
            <a:ext cx="5704838" cy="340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1D391-C566-4DED-BBCE-A52481F5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485900"/>
            <a:ext cx="10287000" cy="7956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C8C68-5140-4F11-ADAF-9B823678D2BC}"/>
              </a:ext>
            </a:extLst>
          </p:cNvPr>
          <p:cNvSpPr txBox="1"/>
          <p:nvPr/>
        </p:nvSpPr>
        <p:spPr>
          <a:xfrm>
            <a:off x="3333750" y="1070401"/>
            <a:ext cx="11620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>
                <a:latin typeface="DM Sans" panose="020B0604020202020204" charset="0"/>
              </a:rPr>
              <a:t>Pillars of Object Oriented Programming</a:t>
            </a:r>
            <a:endParaRPr lang="en-ID" sz="4800" dirty="0"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87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326715-5A80-4B08-B55F-9E125C5C8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650057"/>
            <a:ext cx="9967658" cy="735929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87828" y="865985"/>
            <a:ext cx="7725410" cy="2166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00"/>
              </a:lnSpc>
            </a:pPr>
            <a:r>
              <a:rPr lang="en-US" sz="8300" spc="-83" dirty="0" err="1">
                <a:latin typeface="DM Sans Bold"/>
              </a:rPr>
              <a:t>Apa</a:t>
            </a:r>
            <a:r>
              <a:rPr lang="en-US" sz="8300" spc="-83" dirty="0">
                <a:latin typeface="DM Sans Bold"/>
              </a:rPr>
              <a:t> </a:t>
            </a:r>
            <a:r>
              <a:rPr lang="en-US" sz="8300" spc="-83" dirty="0" err="1">
                <a:latin typeface="DM Sans Bold"/>
              </a:rPr>
              <a:t>itu</a:t>
            </a:r>
            <a:r>
              <a:rPr lang="en-US" sz="8300" spc="-83" dirty="0">
                <a:latin typeface="DM Sans Bold"/>
              </a:rPr>
              <a:t> Inheritance?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3009900"/>
            <a:ext cx="98298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D" sz="2400" b="0" i="0" dirty="0" err="1">
                <a:effectLst/>
                <a:latin typeface="DM Sans" panose="020B0604020202020204" charset="0"/>
              </a:rPr>
              <a:t>Seperti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n</a:t>
            </a:r>
            <a:r>
              <a:rPr lang="en-ID" sz="2400" dirty="0" err="1">
                <a:latin typeface="DM Sans" panose="020B0604020202020204" charset="0"/>
              </a:rPr>
              <a:t>amanya</a:t>
            </a:r>
            <a:r>
              <a:rPr lang="en-ID" sz="2400" dirty="0">
                <a:latin typeface="DM Sans" panose="020B0604020202020204" charset="0"/>
              </a:rPr>
              <a:t> “Inheritance” yang </a:t>
            </a:r>
            <a:r>
              <a:rPr lang="en-ID" sz="2400" dirty="0" err="1">
                <a:latin typeface="DM Sans" panose="020B0604020202020204" charset="0"/>
              </a:rPr>
              <a:t>artinya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warisan</a:t>
            </a:r>
            <a:r>
              <a:rPr lang="en-ID" sz="2400" dirty="0">
                <a:latin typeface="DM Sans" panose="020B0604020202020204" charset="0"/>
              </a:rPr>
              <a:t>/</a:t>
            </a:r>
            <a:r>
              <a:rPr lang="en-ID" sz="2400" dirty="0" err="1">
                <a:latin typeface="DM Sans" panose="020B0604020202020204" charset="0"/>
              </a:rPr>
              <a:t>turunan</a:t>
            </a:r>
            <a:r>
              <a:rPr lang="en-ID" sz="2400" dirty="0">
                <a:latin typeface="DM Sans" panose="020B0604020202020204" charset="0"/>
              </a:rPr>
              <a:t>, </a:t>
            </a:r>
            <a:r>
              <a:rPr lang="en-ID" sz="2400" dirty="0" err="1">
                <a:latin typeface="DM Sans" panose="020B0604020202020204" charset="0"/>
              </a:rPr>
              <a:t>maka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sebuah</a:t>
            </a:r>
            <a:r>
              <a:rPr lang="en-ID" sz="2400" b="0" i="0" dirty="0">
                <a:effectLst/>
                <a:latin typeface="DM Sans" panose="020B0604020202020204" charset="0"/>
              </a:rPr>
              <a:t> class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objek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bisa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saling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berhubungan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dengan</a:t>
            </a:r>
            <a:r>
              <a:rPr lang="en-ID" sz="2400" b="0" i="0" dirty="0">
                <a:effectLst/>
                <a:latin typeface="DM Sans" panose="020B0604020202020204" charset="0"/>
              </a:rPr>
              <a:t> class yang lain.</a:t>
            </a:r>
          </a:p>
          <a:p>
            <a:pPr algn="l"/>
            <a:r>
              <a:rPr lang="en-ID" sz="2400" b="0" i="0" dirty="0">
                <a:effectLst/>
                <a:latin typeface="DM Sans" panose="020B0604020202020204" charset="0"/>
              </a:rPr>
              <a:t>Salah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satu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hubungannya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 </a:t>
            </a:r>
            <a:r>
              <a:rPr lang="en-ID" sz="2400" b="0" i="1" dirty="0">
                <a:effectLst/>
                <a:latin typeface="DM Sans" panose="020B0604020202020204" charset="0"/>
              </a:rPr>
              <a:t>inheritance</a:t>
            </a:r>
            <a:r>
              <a:rPr lang="en-ID" sz="2400" b="0" i="0" dirty="0">
                <a:effectLst/>
                <a:latin typeface="DM Sans" panose="020B0604020202020204" charset="0"/>
              </a:rPr>
              <a:t> (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pewarisan</a:t>
            </a:r>
            <a:r>
              <a:rPr lang="en-ID" sz="2400" b="0" i="0" dirty="0">
                <a:effectLst/>
                <a:latin typeface="DM Sans" panose="020B0604020202020204" charset="0"/>
              </a:rPr>
              <a:t>).</a:t>
            </a:r>
          </a:p>
          <a:p>
            <a:pPr algn="l"/>
            <a:r>
              <a:rPr lang="en-ID" sz="2400" b="0" i="0" dirty="0" err="1">
                <a:effectLst/>
                <a:latin typeface="DM Sans" panose="020B0604020202020204" charset="0"/>
              </a:rPr>
              <a:t>Hubungan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ini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seperti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hubungan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keluarga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antara</a:t>
            </a:r>
            <a:r>
              <a:rPr lang="en-ID" sz="2400" b="0" i="0" dirty="0">
                <a:effectLst/>
                <a:latin typeface="DM Sans" panose="020B0604020202020204" charset="0"/>
              </a:rPr>
              <a:t> orang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tua</a:t>
            </a:r>
            <a:r>
              <a:rPr lang="en-ID" sz="2400" b="0" i="0" dirty="0">
                <a:effectLst/>
                <a:latin typeface="DM Sans" panose="020B0604020202020204" charset="0"/>
              </a:rPr>
              <a:t> dan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anak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algn="l"/>
            <a:r>
              <a:rPr lang="en-ID" sz="2400" b="0" i="0" dirty="0" err="1">
                <a:effectLst/>
                <a:latin typeface="DM Sans" panose="020B0604020202020204" charset="0"/>
              </a:rPr>
              <a:t>Sebuah</a:t>
            </a:r>
            <a:r>
              <a:rPr lang="en-ID" sz="2400" b="0" i="0" dirty="0">
                <a:effectLst/>
                <a:latin typeface="DM Sans" panose="020B0604020202020204" charset="0"/>
              </a:rPr>
              <a:t> class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bisa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memiliki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satu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lebih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keturunan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atau</a:t>
            </a:r>
            <a:r>
              <a:rPr lang="en-ID" sz="2400" b="0" i="0" dirty="0">
                <a:effectLst/>
                <a:latin typeface="DM Sans" panose="020B0604020202020204" charset="0"/>
              </a:rPr>
              <a:t> class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anak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algn="l"/>
            <a:r>
              <a:rPr lang="en-ID" sz="2400" b="0" i="0" dirty="0">
                <a:effectLst/>
                <a:latin typeface="DM Sans" panose="020B0604020202020204" charset="0"/>
              </a:rPr>
              <a:t>Class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anak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memiliki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warisan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properti</a:t>
            </a:r>
            <a:r>
              <a:rPr lang="en-ID" sz="2400" b="0" i="0" dirty="0">
                <a:effectLst/>
                <a:latin typeface="DM Sans" panose="020B0604020202020204" charset="0"/>
              </a:rPr>
              <a:t> dan method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dari</a:t>
            </a:r>
            <a:r>
              <a:rPr lang="en-ID" sz="2400" b="0" i="0" dirty="0">
                <a:effectLst/>
                <a:latin typeface="DM Sans" panose="020B0604020202020204" charset="0"/>
              </a:rPr>
              <a:t> class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ibu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</p:txBody>
      </p:sp>
      <p:sp>
        <p:nvSpPr>
          <p:cNvPr id="13" name="Freeform 35">
            <a:extLst>
              <a:ext uri="{FF2B5EF4-FFF2-40B4-BE49-F238E27FC236}">
                <a16:creationId xmlns:a16="http://schemas.microsoft.com/office/drawing/2014/main" id="{B22BD441-B12B-4A02-A99A-77CF6B811A66}"/>
              </a:ext>
            </a:extLst>
          </p:cNvPr>
          <p:cNvSpPr/>
          <p:nvPr/>
        </p:nvSpPr>
        <p:spPr>
          <a:xfrm>
            <a:off x="14859000" y="268573"/>
            <a:ext cx="2998993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3E8C4313-8FCF-4B69-8E2C-B48AC13F7149}"/>
              </a:ext>
            </a:extLst>
          </p:cNvPr>
          <p:cNvSpPr txBox="1"/>
          <p:nvPr/>
        </p:nvSpPr>
        <p:spPr>
          <a:xfrm>
            <a:off x="15011399" y="416071"/>
            <a:ext cx="2667001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Inheritance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7967BF-1F69-41FB-9939-698F13195F22}"/>
              </a:ext>
            </a:extLst>
          </p:cNvPr>
          <p:cNvSpPr txBox="1"/>
          <p:nvPr/>
        </p:nvSpPr>
        <p:spPr>
          <a:xfrm>
            <a:off x="729343" y="6743359"/>
            <a:ext cx="762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M Sans" panose="020B0604020202020204" charset="0"/>
              </a:rPr>
              <a:t>Konsep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pewarisan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dari</a:t>
            </a:r>
            <a:r>
              <a:rPr lang="en-US" sz="2400" dirty="0">
                <a:latin typeface="DM Sans" panose="020B0604020202020204" charset="0"/>
              </a:rPr>
              <a:t> orang </a:t>
            </a:r>
            <a:r>
              <a:rPr lang="en-US" sz="2400" dirty="0" err="1">
                <a:latin typeface="DM Sans" panose="020B0604020202020204" charset="0"/>
              </a:rPr>
              <a:t>tua</a:t>
            </a:r>
            <a:r>
              <a:rPr lang="en-US" sz="2400" dirty="0">
                <a:latin typeface="DM Sans" panose="020B0604020202020204" charset="0"/>
              </a:rPr>
              <a:t> (parent class) </a:t>
            </a:r>
            <a:r>
              <a:rPr lang="en-US" sz="2400" dirty="0" err="1">
                <a:latin typeface="DM Sans" panose="020B0604020202020204" charset="0"/>
              </a:rPr>
              <a:t>kepada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anak</a:t>
            </a:r>
            <a:r>
              <a:rPr lang="en-US" sz="2400" dirty="0">
                <a:latin typeface="DM Sans" panose="020B0604020202020204" charset="0"/>
              </a:rPr>
              <a:t> (child class)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DM Sans" panose="020B0604020202020204" charset="0"/>
              </a:rPr>
              <a:t>Keyword </a:t>
            </a:r>
            <a:r>
              <a:rPr lang="en-US" sz="2400" b="1" dirty="0">
                <a:latin typeface="DM Sans" panose="020B0604020202020204" charset="0"/>
              </a:rPr>
              <a:t>extends</a:t>
            </a:r>
            <a:endParaRPr lang="en-US" sz="2400" dirty="0">
              <a:latin typeface="DM Sans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M Sans" panose="020B0604020202020204" charset="0"/>
              </a:rPr>
              <a:t>Sebuah</a:t>
            </a:r>
            <a:r>
              <a:rPr lang="en-US" sz="2400" dirty="0">
                <a:latin typeface="DM Sans" panose="020B0604020202020204" charset="0"/>
              </a:rPr>
              <a:t> child class </a:t>
            </a:r>
            <a:r>
              <a:rPr lang="en-US" sz="2400" dirty="0" err="1">
                <a:latin typeface="DM Sans" panose="020B0604020202020204" charset="0"/>
              </a:rPr>
              <a:t>hanya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boleh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mempunyai</a:t>
            </a:r>
            <a:r>
              <a:rPr lang="en-US" sz="2400" dirty="0">
                <a:latin typeface="DM Sans" panose="020B0604020202020204" charset="0"/>
              </a:rPr>
              <a:t> 1 parent class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DM Sans" panose="020B0604020202020204" charset="0"/>
              </a:rPr>
              <a:t>Child class </a:t>
            </a:r>
            <a:r>
              <a:rPr lang="en-US" sz="2400" dirty="0" err="1">
                <a:latin typeface="DM Sans" panose="020B0604020202020204" charset="0"/>
              </a:rPr>
              <a:t>dapat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mengakses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semua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hal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dari</a:t>
            </a:r>
            <a:r>
              <a:rPr lang="en-US" sz="2400" dirty="0">
                <a:latin typeface="DM Sans" panose="020B0604020202020204" charset="0"/>
              </a:rPr>
              <a:t> parent class, </a:t>
            </a:r>
            <a:r>
              <a:rPr lang="en-US" sz="2400" dirty="0" err="1">
                <a:latin typeface="DM Sans" panose="020B0604020202020204" charset="0"/>
              </a:rPr>
              <a:t>namun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tidak</a:t>
            </a:r>
            <a:r>
              <a:rPr lang="en-US" sz="2400" dirty="0">
                <a:latin typeface="DM Sans" panose="020B0604020202020204" charset="0"/>
              </a:rPr>
              <a:t> </a:t>
            </a:r>
            <a:r>
              <a:rPr lang="en-US" sz="2400" dirty="0" err="1">
                <a:latin typeface="DM Sans" panose="020B0604020202020204" charset="0"/>
              </a:rPr>
              <a:t>sebaliknya</a:t>
            </a:r>
            <a:endParaRPr lang="en-US" sz="2400" dirty="0"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22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DC47FB-2628-463D-9A82-43CBAF33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963" y="2476500"/>
            <a:ext cx="12212074" cy="6058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1FB614-D3A2-458F-9D7A-246271EBB21C}"/>
              </a:ext>
            </a:extLst>
          </p:cNvPr>
          <p:cNvSpPr txBox="1"/>
          <p:nvPr/>
        </p:nvSpPr>
        <p:spPr>
          <a:xfrm>
            <a:off x="3027077" y="1866900"/>
            <a:ext cx="76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DM Sans" panose="020B0604020202020204" charset="0"/>
              </a:rPr>
              <a:t>Contoh</a:t>
            </a:r>
            <a:r>
              <a:rPr lang="en-US" sz="2400" dirty="0">
                <a:latin typeface="DM Sans" panose="020B0604020202020204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994602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155586"/>
            <a:ext cx="17384733" cy="9975828"/>
            <a:chOff x="0" y="0"/>
            <a:chExt cx="9620467" cy="4080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408020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088074" y="99205"/>
            <a:ext cx="952210" cy="813893"/>
            <a:chOff x="1" y="0"/>
            <a:chExt cx="1913157" cy="1440629"/>
          </a:xfrm>
        </p:grpSpPr>
        <p:grpSp>
          <p:nvGrpSpPr>
            <p:cNvPr id="5" name="Group 5"/>
            <p:cNvGrpSpPr/>
            <p:nvPr/>
          </p:nvGrpSpPr>
          <p:grpSpPr>
            <a:xfrm>
              <a:off x="1" y="0"/>
              <a:ext cx="1913157" cy="1440629"/>
              <a:chOff x="1" y="0"/>
              <a:chExt cx="4187623" cy="315332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" y="218441"/>
                <a:ext cx="4187623" cy="2934887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65832" y="95134"/>
            <a:ext cx="6787366" cy="1209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3600" spc="-80" dirty="0">
                <a:solidFill>
                  <a:srgbClr val="000000"/>
                </a:solidFill>
                <a:latin typeface="DM Sans Bold"/>
              </a:rPr>
              <a:t>DEMO PROGRAM INHERITANCE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E949F-DB21-4261-8AF6-37CE60E17488}"/>
              </a:ext>
            </a:extLst>
          </p:cNvPr>
          <p:cNvSpPr txBox="1"/>
          <p:nvPr/>
        </p:nvSpPr>
        <p:spPr>
          <a:xfrm>
            <a:off x="1139628" y="389870"/>
            <a:ext cx="8900356" cy="93256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java.util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b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//super class, parent class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KlubInggris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attribut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namaKlub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"Klub : 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D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namaKlub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//subclass, child class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KlubItali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KlubInggris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KlubInggris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klub1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KlubInggris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//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instansiasi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klub1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namaKlub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"Chelsea FC"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klub1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KlubItali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klub2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KlubItali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klub2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namaKlub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"Juventus FC"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klub2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 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E70BA4-29B4-4742-8EF7-D39E34170114}"/>
              </a:ext>
            </a:extLst>
          </p:cNvPr>
          <p:cNvSpPr/>
          <p:nvPr/>
        </p:nvSpPr>
        <p:spPr>
          <a:xfrm>
            <a:off x="683017" y="4953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EDFFD5-C56A-4E3D-B85B-D030B671852A}"/>
              </a:ext>
            </a:extLst>
          </p:cNvPr>
          <p:cNvSpPr/>
          <p:nvPr/>
        </p:nvSpPr>
        <p:spPr>
          <a:xfrm>
            <a:off x="10351300" y="20193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486883-D5C1-41A1-AA0C-26373BA68F0A}"/>
              </a:ext>
            </a:extLst>
          </p:cNvPr>
          <p:cNvSpPr txBox="1"/>
          <p:nvPr/>
        </p:nvSpPr>
        <p:spPr>
          <a:xfrm>
            <a:off x="10856684" y="2019671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664F85-0D9A-4A32-B728-17140641A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84" b="17998"/>
          <a:stretch/>
        </p:blipFill>
        <p:spPr>
          <a:xfrm>
            <a:off x="10820400" y="2587808"/>
            <a:ext cx="6445571" cy="451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3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2">
            <a:extLst>
              <a:ext uri="{FF2B5EF4-FFF2-40B4-BE49-F238E27FC236}">
                <a16:creationId xmlns:a16="http://schemas.microsoft.com/office/drawing/2014/main" id="{EA139EDD-7B69-4375-9690-5D9B8BFC4769}"/>
              </a:ext>
            </a:extLst>
          </p:cNvPr>
          <p:cNvSpPr/>
          <p:nvPr/>
        </p:nvSpPr>
        <p:spPr>
          <a:xfrm>
            <a:off x="14478000" y="190500"/>
            <a:ext cx="3513343" cy="875703"/>
          </a:xfrm>
          <a:custGeom>
            <a:avLst/>
            <a:gdLst/>
            <a:ahLst/>
            <a:cxnLst/>
            <a:rect l="l" t="t" r="r" b="b"/>
            <a:pathLst>
              <a:path w="14344421" h="1913890">
                <a:moveTo>
                  <a:pt x="1421996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14219960" y="0"/>
                </a:lnTo>
                <a:cubicBezTo>
                  <a:pt x="14288540" y="0"/>
                  <a:pt x="14344421" y="55880"/>
                  <a:pt x="14344421" y="124460"/>
                </a:cubicBezTo>
                <a:lnTo>
                  <a:pt x="14344421" y="1789430"/>
                </a:lnTo>
                <a:cubicBezTo>
                  <a:pt x="14344421" y="1858010"/>
                  <a:pt x="14288540" y="1913890"/>
                  <a:pt x="14219960" y="1913890"/>
                </a:cubicBezTo>
                <a:close/>
              </a:path>
            </a:pathLst>
          </a:custGeom>
          <a:solidFill>
            <a:srgbClr val="A9DAFF"/>
          </a:solidFill>
        </p:spPr>
      </p:sp>
      <p:sp>
        <p:nvSpPr>
          <p:cNvPr id="3" name="TextBox 45">
            <a:extLst>
              <a:ext uri="{FF2B5EF4-FFF2-40B4-BE49-F238E27FC236}">
                <a16:creationId xmlns:a16="http://schemas.microsoft.com/office/drawing/2014/main" id="{A9317250-E52D-4572-BD03-F2745B8E3624}"/>
              </a:ext>
            </a:extLst>
          </p:cNvPr>
          <p:cNvSpPr txBox="1"/>
          <p:nvPr/>
        </p:nvSpPr>
        <p:spPr>
          <a:xfrm>
            <a:off x="14554200" y="337998"/>
            <a:ext cx="3332559" cy="550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DM Sans"/>
              </a:rPr>
              <a:t>Access Modifier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37BC6DA-592F-407B-9FDE-9B985377DC13}"/>
              </a:ext>
            </a:extLst>
          </p:cNvPr>
          <p:cNvSpPr txBox="1"/>
          <p:nvPr/>
        </p:nvSpPr>
        <p:spPr>
          <a:xfrm>
            <a:off x="925286" y="1557502"/>
            <a:ext cx="150876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D" sz="2400" b="0" i="0" dirty="0">
                <a:effectLst/>
                <a:latin typeface="DM Sans" panose="020B0604020202020204" charset="0"/>
              </a:rPr>
              <a:t>Keyword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seperti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1" dirty="0">
                <a:effectLst/>
                <a:latin typeface="DM Sans" panose="020B0604020202020204" charset="0"/>
              </a:rPr>
              <a:t>public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adalah</a:t>
            </a:r>
            <a:r>
              <a:rPr lang="en-ID" sz="2400" b="0" i="0" dirty="0">
                <a:effectLst/>
                <a:latin typeface="DM Sans" panose="020B0604020202020204" charset="0"/>
              </a:rPr>
              <a:t> access modifier, yang mana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artinya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itu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berguna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untuk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mengatur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tingkat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hak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akses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untuk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suatu</a:t>
            </a:r>
            <a:r>
              <a:rPr lang="en-ID" sz="2400" b="0" i="0" dirty="0">
                <a:effectLst/>
                <a:latin typeface="DM Sans" panose="020B0604020202020204" charset="0"/>
              </a:rPr>
              <a:t> class, </a:t>
            </a:r>
            <a:r>
              <a:rPr lang="en-ID" sz="2400" dirty="0" err="1">
                <a:latin typeface="DM Sans" panose="020B0604020202020204" charset="0"/>
              </a:rPr>
              <a:t>a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tribut</a:t>
            </a:r>
            <a:r>
              <a:rPr lang="en-ID" sz="2400" b="0" i="0" dirty="0">
                <a:effectLst/>
                <a:latin typeface="DM Sans" panose="020B0604020202020204" charset="0"/>
              </a:rPr>
              <a:t>, method, dan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konstruktor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algn="l"/>
            <a:endParaRPr lang="en-ID" sz="2400" b="0" i="0" dirty="0">
              <a:effectLst/>
              <a:latin typeface="DM Sans" panose="020B0604020202020204" charset="0"/>
            </a:endParaRPr>
          </a:p>
          <a:p>
            <a:pPr algn="l"/>
            <a:r>
              <a:rPr lang="en-ID" sz="2400" b="0" i="0" dirty="0">
                <a:effectLst/>
                <a:latin typeface="DM Sans" panose="020B0604020202020204" charset="0"/>
              </a:rPr>
              <a:t>Kami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membagi</a:t>
            </a:r>
            <a:r>
              <a:rPr lang="en-ID" sz="2400" b="0" i="0" dirty="0">
                <a:effectLst/>
                <a:latin typeface="DM Sans" panose="020B0604020202020204" charset="0"/>
              </a:rPr>
              <a:t> Modifier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menjadi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dua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kelompok</a:t>
            </a:r>
            <a:r>
              <a:rPr lang="en-ID" sz="2400" b="0" i="0" dirty="0">
                <a:effectLst/>
                <a:latin typeface="DM Sans" panose="020B0604020202020204" charset="0"/>
              </a:rPr>
              <a:t>:</a:t>
            </a:r>
          </a:p>
          <a:p>
            <a:pPr algn="l"/>
            <a:endParaRPr lang="en-ID" sz="2400" dirty="0">
              <a:latin typeface="DM Sans" panose="020B060402020202020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D" sz="2400" b="0" i="0" dirty="0">
                <a:effectLst/>
                <a:latin typeface="DM Sans" panose="020B0604020202020204" charset="0"/>
              </a:rPr>
              <a:t>Access Modifiers -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mengontrol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tingkat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hak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akses</a:t>
            </a:r>
            <a:r>
              <a:rPr lang="en-ID" sz="2400" b="0" i="0" dirty="0">
                <a:effectLst/>
                <a:latin typeface="DM Sans" panose="020B0604020202020204" charset="0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D" sz="2400" b="0" i="0" dirty="0">
                <a:effectLst/>
                <a:latin typeface="DM Sans" panose="020B0604020202020204" charset="0"/>
              </a:rPr>
              <a:t>Non-Access Modifiers -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tidak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mengontrol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tingkat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hak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akses</a:t>
            </a:r>
            <a:r>
              <a:rPr lang="en-ID" sz="2400" b="0" i="0" dirty="0">
                <a:effectLst/>
                <a:latin typeface="DM Sans" panose="020B0604020202020204" charset="0"/>
              </a:rPr>
              <a:t>,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tetapi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menyediakan</a:t>
            </a:r>
            <a:r>
              <a:rPr lang="en-ID" sz="2400" b="0" i="0" dirty="0">
                <a:effectLst/>
                <a:latin typeface="DM Sans" panose="020B0604020202020204" charset="0"/>
              </a:rPr>
              <a:t> </a:t>
            </a:r>
            <a:r>
              <a:rPr lang="en-ID" sz="2400" b="0" i="0" dirty="0" err="1">
                <a:effectLst/>
                <a:latin typeface="DM Sans" panose="020B0604020202020204" charset="0"/>
              </a:rPr>
              <a:t>fungsionalitas</a:t>
            </a:r>
            <a:r>
              <a:rPr lang="en-ID" sz="2400" b="0" i="0" dirty="0">
                <a:effectLst/>
                <a:latin typeface="DM Sans" panose="020B0604020202020204" charset="0"/>
              </a:rPr>
              <a:t> lain.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82898-52A6-45C5-A792-E8696E4838C2}"/>
              </a:ext>
            </a:extLst>
          </p:cNvPr>
          <p:cNvSpPr txBox="1"/>
          <p:nvPr/>
        </p:nvSpPr>
        <p:spPr>
          <a:xfrm>
            <a:off x="5565321" y="4314740"/>
            <a:ext cx="7157357" cy="1040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00"/>
              </a:lnSpc>
            </a:pPr>
            <a:r>
              <a:rPr lang="en-US" sz="6600" u="sng" spc="-83" dirty="0">
                <a:solidFill>
                  <a:schemeClr val="accent1"/>
                </a:solidFill>
                <a:latin typeface="DM Sans Bold"/>
              </a:rPr>
              <a:t>1. Access Modifier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1226966-B723-4489-8359-601332846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325504"/>
              </p:ext>
            </p:extLst>
          </p:nvPr>
        </p:nvGraphicFramePr>
        <p:xfrm>
          <a:off x="359229" y="6591300"/>
          <a:ext cx="8763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273">
                  <a:extLst>
                    <a:ext uri="{9D8B030D-6E8A-4147-A177-3AD203B41FA5}">
                      <a16:colId xmlns:a16="http://schemas.microsoft.com/office/drawing/2014/main" val="2225983635"/>
                    </a:ext>
                  </a:extLst>
                </a:gridCol>
                <a:gridCol w="7169727">
                  <a:extLst>
                    <a:ext uri="{9D8B030D-6E8A-4147-A177-3AD203B41FA5}">
                      <a16:colId xmlns:a16="http://schemas.microsoft.com/office/drawing/2014/main" val="425116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Modifier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Public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Classnya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diakses</a:t>
                      </a:r>
                      <a:r>
                        <a:rPr lang="en-US" sz="2400" dirty="0"/>
                        <a:t> oleh class </a:t>
                      </a:r>
                      <a:r>
                        <a:rPr lang="en-US" sz="2400" dirty="0" err="1"/>
                        <a:t>lainnya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Default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Classnya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hanya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diakses</a:t>
                      </a:r>
                      <a:r>
                        <a:rPr lang="en-US" sz="2400" dirty="0"/>
                        <a:t> oleh class yang </a:t>
                      </a:r>
                      <a:r>
                        <a:rPr lang="en-US" sz="2400" dirty="0" err="1"/>
                        <a:t>terdapat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didalam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satu</a:t>
                      </a:r>
                      <a:r>
                        <a:rPr lang="en-US" sz="2400" dirty="0"/>
                        <a:t> package yang </a:t>
                      </a:r>
                      <a:r>
                        <a:rPr lang="en-US" sz="2400" dirty="0" err="1"/>
                        <a:t>sama</a:t>
                      </a:r>
                      <a:r>
                        <a:rPr lang="en-US" sz="2400" dirty="0"/>
                        <a:t>. Modifier </a:t>
                      </a:r>
                      <a:r>
                        <a:rPr lang="en-US" sz="2400" dirty="0" err="1"/>
                        <a:t>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digunakan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apabila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kamu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tidak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menentukan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modifiernya</a:t>
                      </a:r>
                      <a:r>
                        <a:rPr lang="en-US" sz="2400" dirty="0"/>
                        <a:t>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694856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B0D3D559-DC33-4A33-A295-E86AABEF31E4}"/>
              </a:ext>
            </a:extLst>
          </p:cNvPr>
          <p:cNvSpPr txBox="1"/>
          <p:nvPr/>
        </p:nvSpPr>
        <p:spPr>
          <a:xfrm>
            <a:off x="359229" y="5603766"/>
            <a:ext cx="810985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DM Sans" panose="020B0604020202020204" charset="0"/>
              </a:rPr>
              <a:t>U</a:t>
            </a:r>
            <a:r>
              <a:rPr lang="en-ID" sz="2400" dirty="0" err="1">
                <a:latin typeface="DM Sans" panose="020B0604020202020204" charset="0"/>
              </a:rPr>
              <a:t>ntuk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1" dirty="0">
                <a:latin typeface="DM Sans" panose="020B0604020202020204" charset="0"/>
              </a:rPr>
              <a:t>Class</a:t>
            </a:r>
            <a:r>
              <a:rPr lang="en-ID" sz="2400" dirty="0">
                <a:latin typeface="DM Sans" panose="020B0604020202020204" charset="0"/>
              </a:rPr>
              <a:t>, </a:t>
            </a:r>
            <a:r>
              <a:rPr lang="en-ID" sz="2400" dirty="0" err="1">
                <a:latin typeface="DM Sans" panose="020B0604020202020204" charset="0"/>
              </a:rPr>
              <a:t>kamu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bisa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gunakan</a:t>
            </a:r>
            <a:r>
              <a:rPr lang="en-ID" sz="2400" dirty="0">
                <a:latin typeface="DM Sans" panose="020B0604020202020204" charset="0"/>
              </a:rPr>
              <a:t> salah </a:t>
            </a:r>
            <a:r>
              <a:rPr lang="en-ID" sz="2400" dirty="0" err="1">
                <a:latin typeface="DM Sans" panose="020B0604020202020204" charset="0"/>
              </a:rPr>
              <a:t>satu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diantara</a:t>
            </a:r>
            <a:r>
              <a:rPr lang="en-ID" sz="2400" dirty="0">
                <a:latin typeface="DM Sans" panose="020B0604020202020204" charset="0"/>
              </a:rPr>
              <a:t> public </a:t>
            </a:r>
            <a:r>
              <a:rPr lang="en-ID" sz="2400" dirty="0" err="1">
                <a:latin typeface="DM Sans" panose="020B0604020202020204" charset="0"/>
              </a:rPr>
              <a:t>atau</a:t>
            </a:r>
            <a:r>
              <a:rPr lang="en-ID" sz="2400" dirty="0">
                <a:latin typeface="DM Sans" panose="020B0604020202020204" charset="0"/>
              </a:rPr>
              <a:t> default:</a:t>
            </a:r>
            <a:endParaRPr lang="en-ID" sz="2400" b="0" i="0" dirty="0">
              <a:effectLst/>
              <a:latin typeface="DM Sans" panose="020B0604020202020204" charset="0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E293AA3-B60B-4E78-8C6D-909068492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20907"/>
              </p:ext>
            </p:extLst>
          </p:nvPr>
        </p:nvGraphicFramePr>
        <p:xfrm>
          <a:off x="9250114" y="6591300"/>
          <a:ext cx="8763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273">
                  <a:extLst>
                    <a:ext uri="{9D8B030D-6E8A-4147-A177-3AD203B41FA5}">
                      <a16:colId xmlns:a16="http://schemas.microsoft.com/office/drawing/2014/main" val="2225983635"/>
                    </a:ext>
                  </a:extLst>
                </a:gridCol>
                <a:gridCol w="7169727">
                  <a:extLst>
                    <a:ext uri="{9D8B030D-6E8A-4147-A177-3AD203B41FA5}">
                      <a16:colId xmlns:a16="http://schemas.microsoft.com/office/drawing/2014/main" val="425116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Modifier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Public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Codenya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diakses</a:t>
                      </a:r>
                      <a:r>
                        <a:rPr lang="en-US" sz="2400" dirty="0"/>
                        <a:t> oleh class </a:t>
                      </a:r>
                      <a:r>
                        <a:rPr lang="en-US" sz="2400" dirty="0" err="1"/>
                        <a:t>lainnya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Private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Codenya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hanya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diakses</a:t>
                      </a:r>
                      <a:r>
                        <a:rPr lang="en-US" sz="2400" dirty="0"/>
                        <a:t> di </a:t>
                      </a:r>
                      <a:r>
                        <a:rPr lang="en-US" sz="2400" dirty="0" err="1"/>
                        <a:t>dalam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kelas</a:t>
                      </a:r>
                      <a:r>
                        <a:rPr lang="en-US" sz="2400" dirty="0"/>
                        <a:t> yang </a:t>
                      </a:r>
                      <a:r>
                        <a:rPr lang="en-US" sz="2400" dirty="0" err="1"/>
                        <a:t>dideklarasikan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29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Default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2400" dirty="0"/>
                        <a:t>Kode hanya dapat diakses dalam package yang sama. Modifier ini digunakan apabila kamu tidak menentukan modifiernya.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69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Protected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Codenya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dalam</a:t>
                      </a:r>
                      <a:r>
                        <a:rPr lang="en-US" sz="2400" dirty="0"/>
                        <a:t> package dan subclass yang </a:t>
                      </a:r>
                      <a:r>
                        <a:rPr lang="en-US" sz="2400" dirty="0" err="1"/>
                        <a:t>sama</a:t>
                      </a:r>
                      <a:r>
                        <a:rPr lang="en-US" sz="2400" dirty="0"/>
                        <a:t>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61026"/>
                  </a:ext>
                </a:extLst>
              </a:tr>
            </a:tbl>
          </a:graphicData>
        </a:graphic>
      </p:graphicFrame>
      <p:sp>
        <p:nvSpPr>
          <p:cNvPr id="9" name="TextBox 5">
            <a:extLst>
              <a:ext uri="{FF2B5EF4-FFF2-40B4-BE49-F238E27FC236}">
                <a16:creationId xmlns:a16="http://schemas.microsoft.com/office/drawing/2014/main" id="{B6AF3AC7-C7F1-47C3-9254-2D73EE6F74C6}"/>
              </a:ext>
            </a:extLst>
          </p:cNvPr>
          <p:cNvSpPr txBox="1"/>
          <p:nvPr/>
        </p:nvSpPr>
        <p:spPr>
          <a:xfrm>
            <a:off x="9250114" y="5603766"/>
            <a:ext cx="810985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DM Sans" panose="020B0604020202020204" charset="0"/>
              </a:rPr>
              <a:t>U</a:t>
            </a:r>
            <a:r>
              <a:rPr lang="en-ID" sz="2400" dirty="0" err="1">
                <a:latin typeface="DM Sans" panose="020B0604020202020204" charset="0"/>
              </a:rPr>
              <a:t>ntuk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1" dirty="0" err="1">
                <a:latin typeface="DM Sans" panose="020B0604020202020204" charset="0"/>
              </a:rPr>
              <a:t>atribut</a:t>
            </a:r>
            <a:r>
              <a:rPr lang="en-ID" sz="2400" b="1" dirty="0">
                <a:latin typeface="DM Sans" panose="020B0604020202020204" charset="0"/>
              </a:rPr>
              <a:t>, method dan </a:t>
            </a:r>
            <a:r>
              <a:rPr lang="en-ID" sz="2400" b="1" dirty="0" err="1">
                <a:latin typeface="DM Sans" panose="020B0604020202020204" charset="0"/>
              </a:rPr>
              <a:t>konstruktor</a:t>
            </a:r>
            <a:r>
              <a:rPr lang="en-ID" sz="2400" dirty="0">
                <a:latin typeface="DM Sans" panose="020B0604020202020204" charset="0"/>
              </a:rPr>
              <a:t>, </a:t>
            </a:r>
            <a:r>
              <a:rPr lang="en-ID" sz="2400" dirty="0" err="1">
                <a:latin typeface="DM Sans" panose="020B0604020202020204" charset="0"/>
              </a:rPr>
              <a:t>kamu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bisa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gunakan</a:t>
            </a:r>
            <a:r>
              <a:rPr lang="en-ID" sz="2400" dirty="0">
                <a:latin typeface="DM Sans" panose="020B0604020202020204" charset="0"/>
              </a:rPr>
              <a:t> salah </a:t>
            </a:r>
            <a:r>
              <a:rPr lang="en-ID" sz="2400" dirty="0" err="1">
                <a:latin typeface="DM Sans" panose="020B0604020202020204" charset="0"/>
              </a:rPr>
              <a:t>satu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diantara</a:t>
            </a:r>
            <a:r>
              <a:rPr lang="en-ID" sz="2400" dirty="0">
                <a:latin typeface="DM Sans" panose="020B0604020202020204" charset="0"/>
              </a:rPr>
              <a:t> :</a:t>
            </a:r>
            <a:endParaRPr lang="en-ID" sz="2400" b="0" i="0" dirty="0">
              <a:effectLst/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11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8911A-DCF8-436F-8824-0E7B004EA553}"/>
              </a:ext>
            </a:extLst>
          </p:cNvPr>
          <p:cNvSpPr txBox="1"/>
          <p:nvPr/>
        </p:nvSpPr>
        <p:spPr>
          <a:xfrm>
            <a:off x="4495801" y="342900"/>
            <a:ext cx="9296398" cy="1040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300"/>
              </a:lnSpc>
            </a:pPr>
            <a:r>
              <a:rPr lang="en-US" sz="6600" u="sng" spc="-83" dirty="0">
                <a:solidFill>
                  <a:schemeClr val="accent1"/>
                </a:solidFill>
                <a:latin typeface="DM Sans Bold"/>
              </a:rPr>
              <a:t>2. Non-Access Modifier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DE99F501-A6F3-4834-B0BE-B01D27CC3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601750"/>
              </p:ext>
            </p:extLst>
          </p:nvPr>
        </p:nvGraphicFramePr>
        <p:xfrm>
          <a:off x="359229" y="2619460"/>
          <a:ext cx="855617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668">
                  <a:extLst>
                    <a:ext uri="{9D8B030D-6E8A-4147-A177-3AD203B41FA5}">
                      <a16:colId xmlns:a16="http://schemas.microsoft.com/office/drawing/2014/main" val="2225983635"/>
                    </a:ext>
                  </a:extLst>
                </a:gridCol>
                <a:gridCol w="7000503">
                  <a:extLst>
                    <a:ext uri="{9D8B030D-6E8A-4147-A177-3AD203B41FA5}">
                      <a16:colId xmlns:a16="http://schemas.microsoft.com/office/drawing/2014/main" val="425116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Modifier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Final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Classnya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tidak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diwarisi</a:t>
                      </a:r>
                      <a:r>
                        <a:rPr lang="en-US" sz="2400" dirty="0"/>
                        <a:t> oleh class lain.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Abstract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Classnya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tidak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digunakan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membuat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objek</a:t>
                      </a:r>
                      <a:r>
                        <a:rPr lang="en-US" sz="2400" dirty="0"/>
                        <a:t> (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mengakses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kelas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abstrak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kelas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harus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diwarisi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dari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kelas</a:t>
                      </a:r>
                      <a:r>
                        <a:rPr lang="en-US" sz="2400" dirty="0"/>
                        <a:t> lain).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694856"/>
                  </a:ext>
                </a:extLst>
              </a:tr>
            </a:tbl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id="{90179392-3C05-4183-948F-C096EDBE5C09}"/>
              </a:ext>
            </a:extLst>
          </p:cNvPr>
          <p:cNvSpPr txBox="1"/>
          <p:nvPr/>
        </p:nvSpPr>
        <p:spPr>
          <a:xfrm>
            <a:off x="359229" y="1631926"/>
            <a:ext cx="810985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DM Sans" panose="020B0604020202020204" charset="0"/>
              </a:rPr>
              <a:t>U</a:t>
            </a:r>
            <a:r>
              <a:rPr lang="en-ID" sz="2400" dirty="0" err="1">
                <a:latin typeface="DM Sans" panose="020B0604020202020204" charset="0"/>
              </a:rPr>
              <a:t>ntuk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1" dirty="0">
                <a:latin typeface="DM Sans" panose="020B0604020202020204" charset="0"/>
              </a:rPr>
              <a:t>Class</a:t>
            </a:r>
            <a:r>
              <a:rPr lang="en-ID" sz="2400" dirty="0">
                <a:latin typeface="DM Sans" panose="020B0604020202020204" charset="0"/>
              </a:rPr>
              <a:t>, </a:t>
            </a:r>
            <a:r>
              <a:rPr lang="en-ID" sz="2400" dirty="0" err="1">
                <a:latin typeface="DM Sans" panose="020B0604020202020204" charset="0"/>
              </a:rPr>
              <a:t>kamu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bisa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gunakan</a:t>
            </a:r>
            <a:r>
              <a:rPr lang="en-ID" sz="2400" dirty="0">
                <a:latin typeface="DM Sans" panose="020B0604020202020204" charset="0"/>
              </a:rPr>
              <a:t> salah </a:t>
            </a:r>
            <a:r>
              <a:rPr lang="en-ID" sz="2400" dirty="0" err="1">
                <a:latin typeface="DM Sans" panose="020B0604020202020204" charset="0"/>
              </a:rPr>
              <a:t>satu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diantara</a:t>
            </a:r>
            <a:r>
              <a:rPr lang="en-ID" sz="2400" dirty="0">
                <a:latin typeface="DM Sans" panose="020B0604020202020204" charset="0"/>
              </a:rPr>
              <a:t> final </a:t>
            </a:r>
            <a:r>
              <a:rPr lang="en-ID" sz="2400" dirty="0" err="1">
                <a:latin typeface="DM Sans" panose="020B0604020202020204" charset="0"/>
              </a:rPr>
              <a:t>atau</a:t>
            </a:r>
            <a:r>
              <a:rPr lang="en-ID" sz="2400" dirty="0">
                <a:latin typeface="DM Sans" panose="020B0604020202020204" charset="0"/>
              </a:rPr>
              <a:t> default :</a:t>
            </a:r>
            <a:endParaRPr lang="en-ID" sz="2400" b="0" i="0" dirty="0">
              <a:effectLst/>
              <a:latin typeface="DM Sans" panose="020B060402020202020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D285412-D8A2-4886-A299-EBA7EC611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35529"/>
              </p:ext>
            </p:extLst>
          </p:nvPr>
        </p:nvGraphicFramePr>
        <p:xfrm>
          <a:off x="8991600" y="2619459"/>
          <a:ext cx="9165771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177">
                  <a:extLst>
                    <a:ext uri="{9D8B030D-6E8A-4147-A177-3AD203B41FA5}">
                      <a16:colId xmlns:a16="http://schemas.microsoft.com/office/drawing/2014/main" val="2225983635"/>
                    </a:ext>
                  </a:extLst>
                </a:gridCol>
                <a:gridCol w="7338594">
                  <a:extLst>
                    <a:ext uri="{9D8B030D-6E8A-4147-A177-3AD203B41FA5}">
                      <a16:colId xmlns:a16="http://schemas.microsoft.com/office/drawing/2014/main" val="425116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Modifier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Final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2400" dirty="0"/>
                        <a:t>Atribut dan method tidak dapat diganti/dimodifikasi.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Static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Atribut</a:t>
                      </a:r>
                      <a:r>
                        <a:rPr lang="en-US" sz="2400" dirty="0"/>
                        <a:t> dan method </a:t>
                      </a:r>
                      <a:r>
                        <a:rPr lang="en-US" sz="2400" dirty="0" err="1"/>
                        <a:t>milik</a:t>
                      </a:r>
                      <a:r>
                        <a:rPr lang="en-US" sz="2400" dirty="0"/>
                        <a:t> class, </a:t>
                      </a:r>
                      <a:r>
                        <a:rPr lang="en-US" sz="2400" dirty="0" err="1"/>
                        <a:t>bukan</a:t>
                      </a:r>
                      <a:r>
                        <a:rPr lang="en-US" sz="2400" dirty="0"/>
                        <a:t> object.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29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Abstract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2400" dirty="0"/>
                        <a:t>Hanya dapat digunakan dalam class abstract, dan hanya dapat digunakan pada method. Method tidak memiliki body, misalnya ”abstract void run();”. Bodynya disediakan oleh subclass (menggunakan </a:t>
                      </a:r>
                      <a:r>
                        <a:rPr lang="sv-SE" sz="2400" i="1" dirty="0"/>
                        <a:t>inheritance</a:t>
                      </a:r>
                      <a:r>
                        <a:rPr lang="sv-SE" sz="2400" dirty="0"/>
                        <a:t>/pewarisan).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69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Transient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Atribut</a:t>
                      </a:r>
                      <a:r>
                        <a:rPr lang="en-US" sz="2400" dirty="0"/>
                        <a:t> dan method </a:t>
                      </a:r>
                      <a:r>
                        <a:rPr lang="en-US" sz="2400" dirty="0" err="1"/>
                        <a:t>dilewati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saat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membuat</a:t>
                      </a:r>
                      <a:r>
                        <a:rPr lang="en-US" sz="2400" dirty="0"/>
                        <a:t> serial </a:t>
                      </a:r>
                      <a:r>
                        <a:rPr lang="en-US" sz="2400" dirty="0" err="1"/>
                        <a:t>objek</a:t>
                      </a:r>
                      <a:r>
                        <a:rPr lang="en-US" sz="2400" dirty="0"/>
                        <a:t> yang </a:t>
                      </a:r>
                      <a:r>
                        <a:rPr lang="en-US" sz="2400" dirty="0" err="1"/>
                        <a:t>memuatnya</a:t>
                      </a:r>
                      <a:r>
                        <a:rPr lang="en-US" sz="2400" dirty="0"/>
                        <a:t>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6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Synchronized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2400" dirty="0"/>
                        <a:t>Metode hanya dapat diakses oleh satu thread pada satu waktu.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7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Volatile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2400" dirty="0"/>
                        <a:t>Nilai </a:t>
                      </a:r>
                      <a:r>
                        <a:rPr lang="en-ID" sz="2400" dirty="0" err="1"/>
                        <a:t>atribut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tidak</a:t>
                      </a:r>
                      <a:r>
                        <a:rPr lang="en-ID" sz="2400" dirty="0"/>
                        <a:t> di-cache thread-local, dan </a:t>
                      </a:r>
                      <a:r>
                        <a:rPr lang="en-ID" sz="2400" dirty="0" err="1"/>
                        <a:t>selalu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dibaca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dari</a:t>
                      </a:r>
                      <a:r>
                        <a:rPr lang="en-ID" sz="2400" dirty="0"/>
                        <a:t> “main memory“.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6285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4C0DA0-C385-4671-8AC6-3C10A8999ACB}"/>
              </a:ext>
            </a:extLst>
          </p:cNvPr>
          <p:cNvSpPr txBox="1"/>
          <p:nvPr/>
        </p:nvSpPr>
        <p:spPr>
          <a:xfrm>
            <a:off x="9250114" y="1631926"/>
            <a:ext cx="810985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DM Sans" panose="020B0604020202020204" charset="0"/>
              </a:rPr>
              <a:t>U</a:t>
            </a:r>
            <a:r>
              <a:rPr lang="en-ID" sz="2400" dirty="0" err="1">
                <a:latin typeface="DM Sans" panose="020B0604020202020204" charset="0"/>
              </a:rPr>
              <a:t>ntuk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b="1" dirty="0" err="1">
                <a:latin typeface="DM Sans" panose="020B0604020202020204" charset="0"/>
              </a:rPr>
              <a:t>atribut</a:t>
            </a:r>
            <a:r>
              <a:rPr lang="en-ID" sz="2400" b="1" dirty="0">
                <a:latin typeface="DM Sans" panose="020B0604020202020204" charset="0"/>
              </a:rPr>
              <a:t> dan method</a:t>
            </a:r>
            <a:r>
              <a:rPr lang="en-ID" sz="2400" dirty="0">
                <a:latin typeface="DM Sans" panose="020B0604020202020204" charset="0"/>
              </a:rPr>
              <a:t>, </a:t>
            </a:r>
            <a:r>
              <a:rPr lang="en-ID" sz="2400" dirty="0" err="1">
                <a:latin typeface="DM Sans" panose="020B0604020202020204" charset="0"/>
              </a:rPr>
              <a:t>kamu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bisa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gunakan</a:t>
            </a:r>
            <a:r>
              <a:rPr lang="en-ID" sz="2400" dirty="0">
                <a:latin typeface="DM Sans" panose="020B0604020202020204" charset="0"/>
              </a:rPr>
              <a:t> salah </a:t>
            </a:r>
            <a:r>
              <a:rPr lang="en-ID" sz="2400" dirty="0" err="1">
                <a:latin typeface="DM Sans" panose="020B0604020202020204" charset="0"/>
              </a:rPr>
              <a:t>satu</a:t>
            </a:r>
            <a:r>
              <a:rPr lang="en-ID" sz="2400" dirty="0">
                <a:latin typeface="DM Sans" panose="020B0604020202020204" charset="0"/>
              </a:rPr>
              <a:t> </a:t>
            </a:r>
            <a:r>
              <a:rPr lang="en-ID" sz="2400" dirty="0" err="1">
                <a:latin typeface="DM Sans" panose="020B0604020202020204" charset="0"/>
              </a:rPr>
              <a:t>diantara</a:t>
            </a:r>
            <a:r>
              <a:rPr lang="en-ID" sz="2400" dirty="0">
                <a:latin typeface="DM Sans" panose="020B0604020202020204" charset="0"/>
              </a:rPr>
              <a:t> :</a:t>
            </a:r>
            <a:endParaRPr lang="en-ID" sz="2400" b="0" i="0" dirty="0">
              <a:effectLst/>
              <a:latin typeface="DM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7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1027704"/>
            <a:ext cx="17384733" cy="8306796"/>
            <a:chOff x="0" y="0"/>
            <a:chExt cx="9620467" cy="3723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372303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088074" y="99205"/>
            <a:ext cx="952210" cy="813893"/>
            <a:chOff x="1" y="0"/>
            <a:chExt cx="1913157" cy="1440629"/>
          </a:xfrm>
        </p:grpSpPr>
        <p:grpSp>
          <p:nvGrpSpPr>
            <p:cNvPr id="5" name="Group 5"/>
            <p:cNvGrpSpPr/>
            <p:nvPr/>
          </p:nvGrpSpPr>
          <p:grpSpPr>
            <a:xfrm>
              <a:off x="1" y="0"/>
              <a:ext cx="1913157" cy="1440629"/>
              <a:chOff x="1" y="0"/>
              <a:chExt cx="4187623" cy="315332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" y="218441"/>
                <a:ext cx="4187623" cy="2934887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85042" y="-306503"/>
            <a:ext cx="14630400" cy="127509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5400" spc="-80" dirty="0">
                <a:solidFill>
                  <a:srgbClr val="000000"/>
                </a:solidFill>
                <a:latin typeface="DM Sans Bold"/>
              </a:rPr>
              <a:t>DEMO PROGRAM FINAL MODIFIER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E949F-DB21-4261-8AF6-37CE60E17488}"/>
              </a:ext>
            </a:extLst>
          </p:cNvPr>
          <p:cNvSpPr txBox="1"/>
          <p:nvPr/>
        </p:nvSpPr>
        <p:spPr>
          <a:xfrm>
            <a:off x="1335135" y="3006041"/>
            <a:ext cx="6818265" cy="40934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error: cannot assign a value to a final variable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menampilkan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error: cannot assign a value to a final variable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}  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E70BA4-29B4-4742-8EF7-D39E34170114}"/>
              </a:ext>
            </a:extLst>
          </p:cNvPr>
          <p:cNvSpPr/>
          <p:nvPr/>
        </p:nvSpPr>
        <p:spPr>
          <a:xfrm>
            <a:off x="779254" y="3002843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EDFFD5-C56A-4E3D-B85B-D030B671852A}"/>
              </a:ext>
            </a:extLst>
          </p:cNvPr>
          <p:cNvSpPr/>
          <p:nvPr/>
        </p:nvSpPr>
        <p:spPr>
          <a:xfrm>
            <a:off x="8534410" y="3829972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486883-D5C1-41A1-AA0C-26373BA68F0A}"/>
              </a:ext>
            </a:extLst>
          </p:cNvPr>
          <p:cNvSpPr txBox="1"/>
          <p:nvPr/>
        </p:nvSpPr>
        <p:spPr>
          <a:xfrm>
            <a:off x="9083034" y="3830343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D055E3-DE39-4ABC-A12D-C51C7AA25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924" y="4259601"/>
            <a:ext cx="8891918" cy="17677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1CCD04-7D62-411A-A8FA-6A37691A0E55}"/>
              </a:ext>
            </a:extLst>
          </p:cNvPr>
          <p:cNvSpPr txBox="1"/>
          <p:nvPr/>
        </p:nvSpPr>
        <p:spPr>
          <a:xfrm>
            <a:off x="6849644" y="1420056"/>
            <a:ext cx="373923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*</a:t>
            </a:r>
            <a:r>
              <a:rPr lang="en-US" sz="2400" dirty="0" err="1">
                <a:latin typeface="DM Sans" panose="020B0604020202020204" charset="0"/>
              </a:rPr>
              <a:t>Dilakukan</a:t>
            </a:r>
            <a:r>
              <a:rPr lang="en-US" sz="2400" dirty="0">
                <a:latin typeface="DM Sans" panose="020B0604020202020204" charset="0"/>
              </a:rPr>
              <a:t> pada </a:t>
            </a:r>
            <a:r>
              <a:rPr lang="en-US" sz="2400" dirty="0" err="1">
                <a:latin typeface="DM Sans" panose="020B0604020202020204" charset="0"/>
              </a:rPr>
              <a:t>atribut</a:t>
            </a:r>
            <a:r>
              <a:rPr lang="en-US" sz="2400" dirty="0">
                <a:latin typeface="DM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372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633" y="1027704"/>
            <a:ext cx="17384733" cy="8306796"/>
            <a:chOff x="0" y="0"/>
            <a:chExt cx="9620467" cy="3723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0467" cy="3723039"/>
            </a:xfrm>
            <a:custGeom>
              <a:avLst/>
              <a:gdLst/>
              <a:ahLst/>
              <a:cxnLst/>
              <a:rect l="l" t="t" r="r" b="b"/>
              <a:pathLst>
                <a:path w="9620467" h="4080209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088074" y="99205"/>
            <a:ext cx="952210" cy="813893"/>
            <a:chOff x="1" y="0"/>
            <a:chExt cx="1913157" cy="1440629"/>
          </a:xfrm>
        </p:grpSpPr>
        <p:grpSp>
          <p:nvGrpSpPr>
            <p:cNvPr id="5" name="Group 5"/>
            <p:cNvGrpSpPr/>
            <p:nvPr/>
          </p:nvGrpSpPr>
          <p:grpSpPr>
            <a:xfrm>
              <a:off x="1" y="0"/>
              <a:ext cx="1913157" cy="1440629"/>
              <a:chOff x="1" y="0"/>
              <a:chExt cx="4187623" cy="315332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" y="218441"/>
                <a:ext cx="4187623" cy="2934887"/>
              </a:xfrm>
              <a:custGeom>
                <a:avLst/>
                <a:gdLst/>
                <a:ahLst/>
                <a:cxnLst/>
                <a:rect l="l" t="t" r="r" b="b"/>
                <a:pathLst>
                  <a:path w="4187625" h="2934887">
                    <a:moveTo>
                      <a:pt x="0" y="16510"/>
                    </a:moveTo>
                    <a:cubicBezTo>
                      <a:pt x="0" y="16510"/>
                      <a:pt x="2540" y="345440"/>
                      <a:pt x="2540" y="754365"/>
                    </a:cubicBezTo>
                    <a:cubicBezTo>
                      <a:pt x="2540" y="1163251"/>
                      <a:pt x="7620" y="1753787"/>
                      <a:pt x="7620" y="2014137"/>
                    </a:cubicBezTo>
                    <a:cubicBezTo>
                      <a:pt x="7620" y="2208447"/>
                      <a:pt x="16510" y="2607227"/>
                      <a:pt x="21590" y="2798997"/>
                    </a:cubicBezTo>
                    <a:lnTo>
                      <a:pt x="130810" y="2913297"/>
                    </a:lnTo>
                    <a:cubicBezTo>
                      <a:pt x="275590" y="2920917"/>
                      <a:pt x="543560" y="2934887"/>
                      <a:pt x="793750" y="2934887"/>
                    </a:cubicBezTo>
                    <a:lnTo>
                      <a:pt x="4187625" y="2934887"/>
                    </a:lnTo>
                    <a:lnTo>
                      <a:pt x="4187625" y="698493"/>
                    </a:lnTo>
                    <a:cubicBezTo>
                      <a:pt x="4187625" y="323850"/>
                      <a:pt x="4178735" y="46990"/>
                      <a:pt x="4178735" y="46990"/>
                    </a:cubicBezTo>
                    <a:cubicBezTo>
                      <a:pt x="4023795" y="26670"/>
                      <a:pt x="3867585" y="16510"/>
                      <a:pt x="3710105" y="17780"/>
                    </a:cubicBezTo>
                    <a:cubicBezTo>
                      <a:pt x="3437055" y="17780"/>
                      <a:pt x="944880" y="22860"/>
                      <a:pt x="694690" y="13970"/>
                    </a:cubicBezTo>
                    <a:cubicBezTo>
                      <a:pt x="360680" y="0"/>
                      <a:pt x="0" y="16510"/>
                      <a:pt x="0" y="1651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21590" y="0"/>
                <a:ext cx="3698675" cy="3133007"/>
              </a:xfrm>
              <a:custGeom>
                <a:avLst/>
                <a:gdLst/>
                <a:ahLst/>
                <a:cxnLst/>
                <a:rect l="l" t="t" r="r" b="b"/>
                <a:pathLst>
                  <a:path w="3698675" h="3133007">
                    <a:moveTo>
                      <a:pt x="0" y="3018707"/>
                    </a:moveTo>
                    <a:lnTo>
                      <a:pt x="109220" y="3133007"/>
                    </a:lnTo>
                    <a:lnTo>
                      <a:pt x="123190" y="2999657"/>
                    </a:lnTo>
                    <a:lnTo>
                      <a:pt x="0" y="3018707"/>
                    </a:lnTo>
                    <a:close/>
                    <a:moveTo>
                      <a:pt x="2499795" y="106680"/>
                    </a:moveTo>
                    <a:cubicBezTo>
                      <a:pt x="2499795" y="106680"/>
                      <a:pt x="2917625" y="64770"/>
                      <a:pt x="3054785" y="55880"/>
                    </a:cubicBezTo>
                    <a:cubicBezTo>
                      <a:pt x="3191945" y="46990"/>
                      <a:pt x="3672005" y="0"/>
                      <a:pt x="3672005" y="0"/>
                    </a:cubicBezTo>
                    <a:cubicBezTo>
                      <a:pt x="3665655" y="41910"/>
                      <a:pt x="3664385" y="86360"/>
                      <a:pt x="3669465" y="128270"/>
                    </a:cubicBezTo>
                    <a:cubicBezTo>
                      <a:pt x="3675815" y="167640"/>
                      <a:pt x="3678355" y="208280"/>
                      <a:pt x="3677085" y="248920"/>
                    </a:cubicBezTo>
                    <a:lnTo>
                      <a:pt x="3698675" y="318770"/>
                    </a:lnTo>
                    <a:lnTo>
                      <a:pt x="3688515" y="419100"/>
                    </a:lnTo>
                    <a:cubicBezTo>
                      <a:pt x="3688515" y="419100"/>
                      <a:pt x="2937945" y="454660"/>
                      <a:pt x="2800785" y="471170"/>
                    </a:cubicBezTo>
                    <a:cubicBezTo>
                      <a:pt x="2663625" y="487680"/>
                      <a:pt x="2459155" y="486410"/>
                      <a:pt x="2459155" y="486410"/>
                    </a:cubicBezTo>
                    <a:cubicBezTo>
                      <a:pt x="2459155" y="486410"/>
                      <a:pt x="2451535" y="365760"/>
                      <a:pt x="2464235" y="322580"/>
                    </a:cubicBezTo>
                    <a:cubicBezTo>
                      <a:pt x="2474395" y="288290"/>
                      <a:pt x="2478205" y="251460"/>
                      <a:pt x="2473125" y="214630"/>
                    </a:cubicBezTo>
                    <a:cubicBezTo>
                      <a:pt x="2473125" y="186690"/>
                      <a:pt x="2499795" y="106680"/>
                      <a:pt x="2499795" y="10668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51828" y="589472"/>
              <a:ext cx="1409500" cy="564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OOP</a:t>
              </a:r>
            </a:p>
            <a:p>
              <a:pPr algn="ctr">
                <a:lnSpc>
                  <a:spcPts val="1119"/>
                </a:lnSpc>
              </a:pPr>
              <a:r>
                <a:rPr lang="en-US" sz="965" dirty="0">
                  <a:solidFill>
                    <a:srgbClr val="FFFFFF"/>
                  </a:solidFill>
                  <a:latin typeface="DM Sans"/>
                </a:rPr>
                <a:t>Using Java Language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25057" y="-325318"/>
            <a:ext cx="14630400" cy="12384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>
              <a:lnSpc>
                <a:spcPts val="11200"/>
              </a:lnSpc>
              <a:spcBef>
                <a:spcPct val="0"/>
              </a:spcBef>
            </a:pPr>
            <a:r>
              <a:rPr lang="en-US" sz="4400" spc="-80" dirty="0">
                <a:solidFill>
                  <a:srgbClr val="000000"/>
                </a:solidFill>
                <a:latin typeface="DM Sans Bold"/>
              </a:rPr>
              <a:t>DEMO PROGRAM STATIC &amp; PUBLIC MODIFIER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E949F-DB21-4261-8AF6-37CE60E17488}"/>
              </a:ext>
            </a:extLst>
          </p:cNvPr>
          <p:cNvSpPr txBox="1"/>
          <p:nvPr/>
        </p:nvSpPr>
        <p:spPr>
          <a:xfrm>
            <a:off x="1410732" y="2019300"/>
            <a:ext cx="6818265" cy="68634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Static 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myStaticMethod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"Static method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bisa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dipanggil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tanpa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membuat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object."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Public 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myPublicMethod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"Public method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hanya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bisa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dipanggil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dengan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membuat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object."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Main 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myStaticMethod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memanggil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static 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D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Membuat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object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dari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MyClass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D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myPublicMethod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D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memanggil</a:t>
            </a:r>
            <a:r>
              <a:rPr lang="en-ID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public method</a:t>
            </a:r>
            <a:endParaRPr lang="en-ID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E70BA4-29B4-4742-8EF7-D39E34170114}"/>
              </a:ext>
            </a:extLst>
          </p:cNvPr>
          <p:cNvSpPr/>
          <p:nvPr/>
        </p:nvSpPr>
        <p:spPr>
          <a:xfrm>
            <a:off x="905953" y="2019300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endParaRPr lang="en-ID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EDFFD5-C56A-4E3D-B85B-D030B671852A}"/>
              </a:ext>
            </a:extLst>
          </p:cNvPr>
          <p:cNvSpPr/>
          <p:nvPr/>
        </p:nvSpPr>
        <p:spPr>
          <a:xfrm>
            <a:off x="8534410" y="3829972"/>
            <a:ext cx="369703" cy="369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  <a:endParaRPr lang="en-ID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486883-D5C1-41A1-AA0C-26373BA68F0A}"/>
              </a:ext>
            </a:extLst>
          </p:cNvPr>
          <p:cNvSpPr txBox="1"/>
          <p:nvPr/>
        </p:nvSpPr>
        <p:spPr>
          <a:xfrm>
            <a:off x="9083034" y="3830343"/>
            <a:ext cx="14115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Hasil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4126DA-AC8D-487C-BCEC-54CED6D9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10" y="4371867"/>
            <a:ext cx="8839190" cy="25754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B924EE-DF2E-4738-A2FE-C272F25B14AF}"/>
              </a:ext>
            </a:extLst>
          </p:cNvPr>
          <p:cNvSpPr txBox="1"/>
          <p:nvPr/>
        </p:nvSpPr>
        <p:spPr>
          <a:xfrm>
            <a:off x="6849644" y="1420056"/>
            <a:ext cx="373923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latin typeface="DM Sans" panose="020B0604020202020204" charset="0"/>
              </a:rPr>
              <a:t>*</a:t>
            </a:r>
            <a:r>
              <a:rPr lang="en-US" sz="2400" dirty="0" err="1">
                <a:latin typeface="DM Sans" panose="020B0604020202020204" charset="0"/>
              </a:rPr>
              <a:t>Dilakukan</a:t>
            </a:r>
            <a:r>
              <a:rPr lang="en-US" sz="2400" dirty="0">
                <a:latin typeface="DM Sans" panose="020B0604020202020204" charset="0"/>
              </a:rPr>
              <a:t> pada method.</a:t>
            </a:r>
          </a:p>
        </p:txBody>
      </p:sp>
    </p:spTree>
    <p:extLst>
      <p:ext uri="{BB962C8B-B14F-4D97-AF65-F5344CB8AC3E}">
        <p14:creationId xmlns:p14="http://schemas.microsoft.com/office/powerpoint/2010/main" val="2860344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5221" y="4171975"/>
            <a:ext cx="7966211" cy="2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1040"/>
              </a:lnSpc>
            </a:pPr>
            <a:r>
              <a:rPr lang="en-US" sz="9600" spc="-96">
                <a:solidFill>
                  <a:srgbClr val="000000"/>
                </a:solidFill>
                <a:latin typeface="DM Sans Bold"/>
              </a:rPr>
              <a:t>Terima kasih semuanya!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0363628" y="2479168"/>
            <a:ext cx="4013266" cy="231310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592481" y="2783881"/>
            <a:ext cx="355556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DM Sans Bold"/>
              </a:rPr>
              <a:t>Semoga hari Anda luar biasa.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2300</Words>
  <Application>Microsoft Office PowerPoint</Application>
  <PresentationFormat>Custom</PresentationFormat>
  <Paragraphs>305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DM Sans Bold</vt:lpstr>
      <vt:lpstr>DM Sans</vt:lpstr>
      <vt:lpstr>Calibri</vt:lpstr>
      <vt:lpstr>Bebas</vt:lpstr>
      <vt:lpstr>Arial</vt:lpstr>
      <vt:lpstr>Consolas</vt:lpstr>
      <vt:lpstr>Wingdings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Matriks Dampak/Usaha Curah Pendapat Presentasi</dc:title>
  <dc:creator>Haikal Madani</dc:creator>
  <cp:lastModifiedBy>andhika rama putra</cp:lastModifiedBy>
  <cp:revision>75</cp:revision>
  <dcterms:created xsi:type="dcterms:W3CDTF">2006-08-16T00:00:00Z</dcterms:created>
  <dcterms:modified xsi:type="dcterms:W3CDTF">2021-07-12T06:31:25Z</dcterms:modified>
  <dc:identifier>DAEjf7IA7MY</dc:identifier>
</cp:coreProperties>
</file>